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2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78" r:id="rId3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24608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1152" y="168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120" y="176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13.04.26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9144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4428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27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887" y="3860495"/>
            <a:ext cx="351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0001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40359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60360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80718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B9C558AE-3D95-85D6-BE67-87AAA8C3FB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6701" y="385093"/>
            <a:ext cx="3438939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200" b="0" i="0">
                <a:latin typeface="Gedau Gothic Medium" panose="020B0504020202020204" pitchFamily="34" charset="77"/>
              </a:defRPr>
            </a:lvl1pPr>
            <a:lvl2pPr>
              <a:defRPr sz="863"/>
            </a:lvl2pPr>
            <a:lvl3pPr>
              <a:defRPr sz="863"/>
            </a:lvl3pPr>
            <a:lvl4pPr>
              <a:defRPr sz="863"/>
            </a:lvl4pPr>
            <a:lvl5pPr>
              <a:defRPr sz="863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pic>
        <p:nvPicPr>
          <p:cNvPr id="3" name="Grafik 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6A2A9E8B-4881-39D6-A539-D343E2EFFA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BC9A0D51-606D-E958-FF2E-DADD9C8BF81A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F916654-410C-6CF7-B2E4-97EBF7D28CE4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5" pos="45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81075"/>
            <a:ext cx="9144000" cy="587692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3779" y="2957494"/>
            <a:ext cx="5061347" cy="2268000"/>
          </a:xfrm>
          <a:noFill/>
        </p:spPr>
        <p:txBody>
          <a:bodyPr lIns="324000" tIns="252000" anchor="t" anchorCtr="0"/>
          <a:lstStyle>
            <a:lvl1pPr marL="0" indent="0" algn="r">
              <a:lnSpc>
                <a:spcPct val="100000"/>
              </a:lnSpc>
              <a:tabLst>
                <a:tab pos="3997819" algn="l"/>
              </a:tabLst>
              <a:defRPr sz="2700" b="1" i="0">
                <a:solidFill>
                  <a:schemeClr val="tx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3908" y="4639666"/>
            <a:ext cx="324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0001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40359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60360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80718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D6AA431-6F39-0A36-EFBC-917E90AC3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6701" y="385093"/>
            <a:ext cx="3438939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200" b="0" i="0">
                <a:latin typeface="Gedau Gothic Medium" panose="020B0504020202020204" pitchFamily="34" charset="77"/>
              </a:defRPr>
            </a:lvl1pPr>
            <a:lvl2pPr>
              <a:defRPr sz="863"/>
            </a:lvl2pPr>
            <a:lvl3pPr>
              <a:defRPr sz="863"/>
            </a:lvl3pPr>
            <a:lvl4pPr>
              <a:defRPr sz="863"/>
            </a:lvl4pPr>
            <a:lvl5pPr>
              <a:defRPr sz="863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pic>
        <p:nvPicPr>
          <p:cNvPr id="3" name="Grafik 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12894A9-9DD0-EF1B-0916-E66AB5F22D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70BC11-8CC7-4CEB-4D1F-DFB52DE8F945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660AAB6-D667-535E-6565-90E41A1213BC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0" y="981075"/>
            <a:ext cx="9144000" cy="5876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350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1940405"/>
            <a:ext cx="7641000" cy="3420000"/>
          </a:xfrm>
          <a:noFill/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2700" b="1" i="0">
                <a:solidFill>
                  <a:schemeClr val="tx2">
                    <a:lumMod val="50000"/>
                    <a:lumOff val="50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887" y="4217884"/>
            <a:ext cx="64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  <a:lvl2pPr marL="20001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40359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60360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80718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13" name="Grafik 1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7A803B1-7857-0041-636A-CF66FEDE7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06841325-6498-63BB-3D52-5C49213180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6701" y="385093"/>
            <a:ext cx="3438939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200" b="0" i="0">
                <a:latin typeface="Gedau Gothic Medium" panose="020B0504020202020204" pitchFamily="34" charset="77"/>
              </a:defRPr>
            </a:lvl1pPr>
            <a:lvl2pPr>
              <a:defRPr sz="863"/>
            </a:lvl2pPr>
            <a:lvl3pPr>
              <a:defRPr sz="863"/>
            </a:lvl3pPr>
            <a:lvl4pPr>
              <a:defRPr sz="863"/>
            </a:lvl4pPr>
            <a:lvl5pPr>
              <a:defRPr sz="863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CF27D4C-216F-AEA8-D2DC-E5C48D408E06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E229E29-ADBA-D7CA-AE17-D5F95C7301D6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981075"/>
            <a:ext cx="9144000" cy="5876925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324000" tIns="1152000" anchor="t" anchorCtr="0"/>
          <a:lstStyle>
            <a:lvl1pPr marL="536932" indent="0" algn="l">
              <a:lnSpc>
                <a:spcPct val="100000"/>
              </a:lnSpc>
              <a:tabLst/>
              <a:defRPr sz="2700" b="1" i="0">
                <a:solidFill>
                  <a:schemeClr val="bg1"/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886" y="5122625"/>
            <a:ext cx="7533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0001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40359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60360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80718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BBCE1D78-C4C1-87AB-5AF3-70F7B33615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6701" y="385093"/>
            <a:ext cx="3438939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200" b="0" i="0">
                <a:latin typeface="Gedau Gothic Medium" panose="020B0504020202020204" pitchFamily="34" charset="77"/>
              </a:defRPr>
            </a:lvl1pPr>
            <a:lvl2pPr>
              <a:defRPr sz="863"/>
            </a:lvl2pPr>
            <a:lvl3pPr>
              <a:defRPr sz="863"/>
            </a:lvl3pPr>
            <a:lvl4pPr>
              <a:defRPr sz="863"/>
            </a:lvl4pPr>
            <a:lvl5pPr>
              <a:defRPr sz="863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pic>
        <p:nvPicPr>
          <p:cNvPr id="3" name="Grafik 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DF983F0C-0C30-9A3B-D08B-20C58737E1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7D2F999F-70B0-2C0E-1A97-F74B1473A468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563B8C-DE0F-8511-1EFE-747EA718D7CA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385" y="981075"/>
            <a:ext cx="9144000" cy="5876925"/>
          </a:xfrm>
          <a:solidFill>
            <a:schemeClr val="accent4">
              <a:lumMod val="20000"/>
              <a:lumOff val="80000"/>
            </a:schemeClr>
          </a:solidFill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233538"/>
            <a:ext cx="4428000" cy="2772000"/>
          </a:xfrm>
          <a:noFill/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2700" b="1" i="0">
                <a:solidFill>
                  <a:schemeClr val="bg1">
                    <a:lumMod val="85000"/>
                  </a:schemeClr>
                </a:solidFill>
                <a:latin typeface="Gedau Gothic" panose="020B0504020202020204" pitchFamily="34" charset="77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887" y="3860495"/>
            <a:ext cx="351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20001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40359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60360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80718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28EACF6A-25CB-0E99-4882-14EBC5A62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66701" y="385093"/>
            <a:ext cx="3438939" cy="197002"/>
          </a:xfrm>
        </p:spPr>
        <p:txBody>
          <a:bodyPr anchor="b" anchorCtr="0"/>
          <a:lstStyle>
            <a:lvl1pPr marL="0" indent="0" algn="r">
              <a:spcBef>
                <a:spcPts val="0"/>
              </a:spcBef>
              <a:buNone/>
              <a:defRPr sz="1200" b="0" i="0">
                <a:latin typeface="Gedau Gothic Medium" panose="020B0504020202020204" pitchFamily="34" charset="77"/>
              </a:defRPr>
            </a:lvl1pPr>
            <a:lvl2pPr>
              <a:defRPr sz="863"/>
            </a:lvl2pPr>
            <a:lvl3pPr>
              <a:defRPr sz="863"/>
            </a:lvl3pPr>
            <a:lvl4pPr>
              <a:defRPr sz="863"/>
            </a:lvl4pPr>
            <a:lvl5pPr>
              <a:defRPr sz="863"/>
            </a:lvl5pPr>
          </a:lstStyle>
          <a:p>
            <a:pPr lvl="0"/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Fachbereich Gestaltung</a:t>
            </a:r>
          </a:p>
        </p:txBody>
      </p:sp>
      <p:pic>
        <p:nvPicPr>
          <p:cNvPr id="3" name="Grafik 2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0ECB24A9-C886-0DB7-AC3C-D633D07CF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1BA3BC73-BEE2-136A-087F-C3AF4B051CB0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9209B3AA-EE8F-209A-BB82-FCEBB5D6CC9A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87" y="260350"/>
            <a:ext cx="8073635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487" y="1412875"/>
            <a:ext cx="8073635" cy="4787901"/>
          </a:xfrm>
        </p:spPr>
        <p:txBody>
          <a:bodyPr/>
          <a:lstStyle>
            <a:lvl1pPr marL="404783" indent="-404783">
              <a:buFont typeface="+mj-lt"/>
              <a:buAutoNum type="arabicPeriod"/>
              <a:defRPr/>
            </a:lvl1pPr>
            <a:lvl2pPr marL="809565" indent="-404783">
              <a:buFont typeface="+mj-lt"/>
              <a:buAutoNum type="arabicPeriod"/>
              <a:defRPr/>
            </a:lvl2pPr>
            <a:lvl3pPr marL="1209585" indent="-400020">
              <a:buFont typeface="+mj-lt"/>
              <a:buAutoNum type="arabicPeriod"/>
              <a:defRPr/>
            </a:lvl3pPr>
            <a:lvl4pPr marL="1614368" indent="-404783">
              <a:buFont typeface="+mj-lt"/>
              <a:buAutoNum type="arabicPeriod"/>
              <a:defRPr/>
            </a:lvl4pPr>
            <a:lvl5pPr marL="2019149" indent="-404783">
              <a:buFont typeface="+mj-lt"/>
              <a:buAutoNum type="arabicPeriod"/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987E54B-243E-DCEB-BB23-FFD892CD6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41D3E3B-478A-A199-E995-7836BC2D3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CFA6946E-EBB3-5228-0295-9A54C8FF0DC9}"/>
              </a:ext>
            </a:extLst>
          </p:cNvPr>
          <p:cNvSpPr txBox="1">
            <a:spLocks/>
          </p:cNvSpPr>
          <p:nvPr userDrawn="1"/>
        </p:nvSpPr>
        <p:spPr>
          <a:xfrm>
            <a:off x="469339" y="636579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53AC6433-63BA-744C-EC49-97CDB00FD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6A86D8EF-771B-5664-CDD0-A97846A7A514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96" y="260350"/>
            <a:ext cx="8073629" cy="720725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496" y="1412875"/>
            <a:ext cx="8073629" cy="4787901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7911EDDC-F991-0B54-F00E-6EDC20765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805E7F19-F1A7-9E5C-314F-966B42A79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B3EAD8C-B242-CAB2-3A5E-26D842AFC9BE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3EE29F1C-A549-F27E-C1AB-481DA180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9B3D765-C985-F349-3411-C50A1E0DA650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96" y="260350"/>
            <a:ext cx="8073629" cy="7207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495" y="1412875"/>
            <a:ext cx="8073628" cy="396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495" y="5570136"/>
            <a:ext cx="2457450" cy="630640"/>
          </a:xfrm>
        </p:spPr>
        <p:txBody>
          <a:bodyPr anchor="b" anchorCtr="0"/>
          <a:lstStyle>
            <a:lvl1pPr marL="134532" indent="-134532">
              <a:spcBef>
                <a:spcPts val="0"/>
              </a:spcBef>
              <a:buFont typeface="+mj-lt"/>
              <a:buAutoNum type="arabicPeriod"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D20AE086-0D12-14CA-88B8-ED342AB5E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521BFF-9CE3-656F-D395-CEBC1E15E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FAC5D8AD-C45B-EC67-BFB5-3E8B990703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32523" y="6073803"/>
            <a:ext cx="1512094" cy="126979"/>
          </a:xfrm>
        </p:spPr>
        <p:txBody>
          <a:bodyPr anchor="b" anchorCtr="0"/>
          <a:lstStyle>
            <a:lvl1pPr marL="134532" indent="-134532">
              <a:spcBef>
                <a:spcPts val="0"/>
              </a:spcBef>
              <a:buFont typeface="+mj-lt"/>
              <a:buAutoNum type="arabicPeriod"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3FBE70C-76D9-00B5-47FA-089EF4C4060D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D2FF599-E8FE-7548-ADEC-1CE7D680A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7B80F223-188B-63C5-5464-25AF0E9F0D33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80" y="2224781"/>
            <a:ext cx="8046244" cy="1260000"/>
          </a:xfrm>
        </p:spPr>
        <p:txBody>
          <a:bodyPr/>
          <a:lstStyle>
            <a:lvl1pPr>
              <a:lnSpc>
                <a:spcPct val="100000"/>
              </a:lnSpc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813C459-DBFD-1C4D-9DF2-DB19AB81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2CDA31-90C0-7496-A96C-3C5B16694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628" y="6510339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bg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845A9084-A505-E42E-3105-FD31E1480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bg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0C9CA39F-D87E-34A6-E5C7-8534CDE47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DABAAACC-625D-7EB1-E68A-ADAA3EE32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96B85359-815E-F7B4-D6F3-F6A5DDEAD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5060" y="621129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7F87F22-3EBD-59E1-AA19-658F35796AF2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13E914D-4CB5-E955-CCBA-1EE49FA5C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EE9FD07A-5057-5CC6-09A1-BF0007C2D21D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E7AADFE-4398-4151-85F8-BC1F374A0F20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5EAC5B1-DB4A-4742-5BCF-73378763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25831A1-A84F-D57C-1ED8-313EA5EAD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927A3093-8F2D-5855-512A-56D1E1BE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C5BB7EBA-D570-4721-66DA-FBFA7169D6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5060" y="621129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AC930669-B835-A263-87FE-86C14449A298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122" y="260351"/>
            <a:ext cx="3942000" cy="90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122" y="1412876"/>
            <a:ext cx="3942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7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3122" y="5300776"/>
            <a:ext cx="3942000" cy="679610"/>
          </a:xfrm>
        </p:spPr>
        <p:txBody>
          <a:bodyPr anchor="b" anchorCtr="0"/>
          <a:lstStyle>
            <a:lvl1pPr marL="134532" indent="-134532">
              <a:spcBef>
                <a:spcPts val="0"/>
              </a:spcBef>
              <a:buFont typeface="+mj-lt"/>
              <a:buAutoNum type="arabicPeriod"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2964" y="6051188"/>
            <a:ext cx="1512094" cy="116834"/>
          </a:xfrm>
        </p:spPr>
        <p:txBody>
          <a:bodyPr anchor="b" anchorCtr="0"/>
          <a:lstStyle>
            <a:lvl1pPr marL="134532" indent="-134532" algn="l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98988" y="0"/>
            <a:ext cx="4572000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9" y="259153"/>
            <a:ext cx="3942000" cy="900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de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79" y="1335293"/>
            <a:ext cx="3942000" cy="38170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C3D91908-7EE7-7622-F8AB-571A772A7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879" y="5328531"/>
            <a:ext cx="3942000" cy="679610"/>
          </a:xfrm>
        </p:spPr>
        <p:txBody>
          <a:bodyPr anchor="b" anchorCtr="0"/>
          <a:lstStyle>
            <a:lvl1pPr marL="134532" indent="-134532">
              <a:spcBef>
                <a:spcPts val="0"/>
              </a:spcBef>
              <a:buFont typeface="+mj-lt"/>
              <a:buAutoNum type="arabicPeriod"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2DE7D64E-5130-C47E-48FF-5002E8F8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04092213-A695-308D-D4AB-B88D84824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9DA895A-FC37-A60B-3E27-9BFF762F65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6451" y="6067447"/>
            <a:ext cx="1512094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AF5D7D95-A310-3256-7D98-F5273F1864D1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536300A-EBB8-F9AB-8A35-A7E39301F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F47A20B-B155-4910-BAD6-6D906B51802A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81195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44616" cy="6200775"/>
          </a:xfrm>
          <a:solidFill>
            <a:schemeClr val="accent3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4580" y="2"/>
            <a:ext cx="4539424" cy="306008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4579" y="3141663"/>
            <a:ext cx="4539423" cy="30591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B6F96EA5-B60E-261A-6788-34FDBD29E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D07EB7AD-64D1-1928-3F72-C4C06DA2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59048499-57EC-90A1-28B4-1CCC95958C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6698" y="6083613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5474DE63-F54A-F53D-8F87-61BA0DC46F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5061" y="2925625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0ED44574-4027-8375-3D67-E009446D41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14554" y="606961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C834646D-DFA5-982A-60BA-D0A93033A4C2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0A608C00-7756-294A-9F09-AD4A4BE6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557A9A8-2D4D-2A87-F316-7BF0251C761D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59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44615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4578" y="0"/>
            <a:ext cx="4539422" cy="62007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67CF83F-8A58-B391-97D0-43A1997FF5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060" y="622180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4E4CC39E-B1B5-FCB6-6659-5D26058B23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14554" y="6245411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B403FCC-7E24-CBB6-1D1F-A1ED4600697D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55B857D0-B470-596C-AAE0-93958954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1E714AE8-2886-0EEF-1066-69DF4DEC3A6A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67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81" y="5121800"/>
            <a:ext cx="3941999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4544616" cy="48328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4579" y="2"/>
            <a:ext cx="4539420" cy="483287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53122" y="5121800"/>
            <a:ext cx="3942001" cy="1152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0C8050E3-F361-944C-BE50-EFF77A3D6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9A180FAF-30CE-E7AB-30D6-6D43F36A1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B666DEE-52CD-1687-2D2A-9FFB5BD8EF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060" y="4708321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4B823DD-62AA-199D-EEC2-293B8DD4C3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14554" y="4731923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7DC1290E-FD91-B20A-C254-D11C4B395106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3C8F2C04-6A97-6750-AFC9-744593CB3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133C9E68-EA2D-ECDA-67A8-DFCD96E65B70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B2066FB-3BDF-41C3-793A-30C3E9495E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4578" y="2"/>
            <a:ext cx="4539422" cy="3068637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43389FB7-F1F6-72EA-C93F-08B73CB452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1158" y="3141663"/>
            <a:ext cx="4539422" cy="3131212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91CDEAD5-412D-F5EA-8914-B4794955FD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2"/>
            <a:ext cx="4544616" cy="3068637"/>
          </a:xfrm>
          <a:solidFill>
            <a:schemeClr val="accent5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6ACC7197-C8E8-63FE-AD8C-A40E45D644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141667"/>
            <a:ext cx="4544616" cy="313121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F1255A9-1E9B-5A7B-D15F-2D474DCBE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B9EE1F75-1F23-16EC-5D43-482221F3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A112CA0E-428D-DF23-9449-F5A6142A57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7676" y="2922575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A1B1C7EE-E382-8931-A2C1-D8E3488E07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87170" y="2922575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3B38E4FD-0925-CE1F-AD64-1B87444B93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7676" y="6065120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1BD339AF-9263-5F51-BD15-6137B32A92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7170" y="6065120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B99DB100-4ADE-DDCD-A441-D111BFE40461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F6C98AA0-8460-76D3-FB96-C5AEBDBE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204D7FBA-41EE-C63E-8ED8-F601FC54B620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364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2975484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620077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2524" y="0"/>
            <a:ext cx="3078956" cy="6200774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4B826CF3-F983-5709-34B9-7AE9597468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5061" y="6068084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449DFB3-74B1-C997-8832-143EFFBB1A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1417" y="6076012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3852BCED-4E33-7BED-A6A2-442A7E523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845" y="6076012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764375C-2864-1439-60CF-7FB53C93D680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4581357-C596-2183-9C12-0294A955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6FDE4607-8462-16C6-2460-7380727C12FE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1775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8" y="5121807"/>
            <a:ext cx="2736897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2978944" cy="4879506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32524" y="1"/>
            <a:ext cx="3078956" cy="4879506"/>
          </a:xfrm>
          <a:solidFill>
            <a:schemeClr val="accent5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65058" y="5121807"/>
            <a:ext cx="2677730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8BE11F0D-C809-CDCC-E3F6-760E343538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4763"/>
            <a:ext cx="2978944" cy="4874745"/>
          </a:xfrm>
          <a:solidFill>
            <a:schemeClr val="accent4">
              <a:lumMod val="20000"/>
              <a:lumOff val="80000"/>
            </a:schemeClr>
          </a:solidFill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4D0B718-ACE2-8B4C-BF87-8EB0E49F1A2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032524" y="5121807"/>
            <a:ext cx="3078956" cy="1078975"/>
          </a:xfrm>
        </p:spPr>
        <p:txBody>
          <a:bodyPr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32AFF4B-BDEB-F3A6-78D3-DE527903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55F3DC62-451B-E81A-AF82-C920A0BE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6168E1E-FA12-6FE2-75DD-69CC985D9D3A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ADFFE34-BAA2-A157-8A3D-ADE418E6E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5FCDA693-32C4-3A71-EF78-2D51A02F7B7E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3713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81" y="4166443"/>
            <a:ext cx="8046245" cy="21244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978944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3898800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2524" y="0"/>
            <a:ext cx="3078956" cy="3898800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1637CD5-E28C-648B-0F6D-C7F6C243FE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5061" y="3741745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13FEA776-FC23-8A82-332E-F111883826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1417" y="3749673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6D0F5F27-D684-6B9E-2B40-3A6FD220F7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845" y="3749673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F0D78F0-3A35-DC0F-13AF-DDCC8364F5A2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6C49B080-5952-5939-BCED-39873F2E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956C0A8-94EF-1971-9DB6-9412EC0A4915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297548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2524" y="0"/>
            <a:ext cx="3078956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" y="3141663"/>
            <a:ext cx="297548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057" y="3141663"/>
            <a:ext cx="297894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2524" y="3141663"/>
            <a:ext cx="3078956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C8D7D88A-8A09-C089-0BAB-B3BC864809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9713" y="2914044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7E6D0889-0731-C51D-C44C-531593F810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76069" y="2921972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F92BD7CA-D3E2-9748-BB75-5BFA91E8F1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1497" y="2921972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E7A7438C-9FB1-6CEC-2C99-0E26DA32E0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61" y="6068084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904010FD-1367-93BF-91E8-FD9C4CAD22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81417" y="6076012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E78B5D81-E9A7-12C5-3BE3-048CB35B30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6845" y="6076012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E625582C-E2CE-4CB9-C5B7-97F6D8E25501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35EC9F4A-80D0-3556-9768-6594F79BD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21" name="Fußzeilenplatzhalter 4">
            <a:extLst>
              <a:ext uri="{FF2B5EF4-FFF2-40B4-BE49-F238E27FC236}">
                <a16:creationId xmlns:a16="http://schemas.microsoft.com/office/drawing/2014/main" id="{B268BB30-8968-69D2-8BCD-6BD08CC18FE9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06263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2975484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32524" y="0"/>
            <a:ext cx="3078956" cy="2024063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 b="1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097089"/>
            <a:ext cx="2975484" cy="2016125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057" y="2104371"/>
            <a:ext cx="2978944" cy="2008849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icon to add picture</a:t>
            </a:r>
            <a:endParaRPr lang="de-CH" noProof="0" dirty="0"/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8175BE40-A9B4-9A35-91D5-35D73B7D1C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2524" y="2097090"/>
            <a:ext cx="3078956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A9C6A3C4-3320-DBAD-6449-577813A358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057" y="4193517"/>
            <a:ext cx="2978944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A951C7E1-F677-20C3-B4B9-04F24BD725C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2524" y="4193517"/>
            <a:ext cx="3078956" cy="200726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A36DC830-E652-67EB-7221-51667564347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4193517"/>
            <a:ext cx="2975484" cy="2007261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6" name="Textplatzhalter 10">
            <a:extLst>
              <a:ext uri="{FF2B5EF4-FFF2-40B4-BE49-F238E27FC236}">
                <a16:creationId xmlns:a16="http://schemas.microsoft.com/office/drawing/2014/main" id="{CD463DE6-DE06-CA24-2A55-66F3719DDE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061" y="6068084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Image9 Caption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22AA3E7A-871B-77E8-D8D1-BBCE2FF4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81417" y="6076012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Image8 Caption</a:t>
            </a:r>
          </a:p>
        </p:txBody>
      </p:sp>
      <p:sp>
        <p:nvSpPr>
          <p:cNvPr id="18" name="Textplatzhalter 10">
            <a:extLst>
              <a:ext uri="{FF2B5EF4-FFF2-40B4-BE49-F238E27FC236}">
                <a16:creationId xmlns:a16="http://schemas.microsoft.com/office/drawing/2014/main" id="{B2341C85-76A9-A5A9-FD6B-A5B66F6804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6845" y="6076012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Image7 Caption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A0A61CAA-5448-F241-EE8A-71D3C6996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9713" y="1890691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03FEE3A4-D21B-A3A4-1E60-8FF441C2CA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76069" y="189861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8EE7FC61-A4F8-5EDB-567C-026D6115E1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1497" y="1898619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EC9B4BB3-0AC8-CB6A-0651-28AFA9B82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59713" y="3972155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Image6 Caption</a:t>
            </a:r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AED12105-658F-7C14-3988-02AC050BC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76069" y="3980083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Image5 Caption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99C5C520-AE34-DBDE-B7F1-E09712D722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1497" y="3980083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8F13E4ED-EDE8-B858-6FD6-6060CE9C86BA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26" name="Fußzeilenplatzhalter 4">
            <a:extLst>
              <a:ext uri="{FF2B5EF4-FFF2-40B4-BE49-F238E27FC236}">
                <a16:creationId xmlns:a16="http://schemas.microsoft.com/office/drawing/2014/main" id="{F6C8742F-3D7F-36A0-49CE-290C22620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27" name="Fußzeilenplatzhalter 4">
            <a:extLst>
              <a:ext uri="{FF2B5EF4-FFF2-40B4-BE49-F238E27FC236}">
                <a16:creationId xmlns:a16="http://schemas.microsoft.com/office/drawing/2014/main" id="{6C91AE3D-6B2D-8B6C-3FA3-8961ECB6B558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1179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3068638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111478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057" y="3141663"/>
            <a:ext cx="2978944" cy="3068638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1064A685-1787-E222-0936-0ECC9DAC9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3938" y="2943876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0E5B9F04-221C-F4E3-FA2F-F4D807B82E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13938" y="6083941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B5BAF5E9-36F7-B99A-C598-5A0F002047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81416" y="6071034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884AE5F7-0302-DE4D-AB96-ADACD4381636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32C8F1BA-06A9-B241-62BB-654B380E6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AC1A2747-FA05-05FC-8092-6C7D2864167B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21617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5057" y="0"/>
            <a:ext cx="2978944" cy="2024063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2FC91AB-40F6-AD77-DD3C-3EAFB30AB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AB19F9DA-925A-3A34-7DF8-B3EFC7CF6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7C87860F-CADD-15E0-5230-D42A888E6C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111478" cy="6210301"/>
          </a:xfrm>
          <a:solidFill>
            <a:schemeClr val="accent3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AD16DAFE-2AFC-7B49-5A93-B74A5189C5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65057" y="4186237"/>
            <a:ext cx="2978944" cy="2024064"/>
          </a:xfrm>
          <a:solidFill>
            <a:schemeClr val="accent4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50DA5F5C-5CF8-4E3B-566D-A11A8DFA3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65057" y="2125669"/>
            <a:ext cx="2978944" cy="1987551"/>
          </a:xfrm>
          <a:solidFill>
            <a:schemeClr val="accent5">
              <a:lumMod val="20000"/>
              <a:lumOff val="80000"/>
            </a:schemeClr>
          </a:solidFill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C514E562-0D75-1014-1E46-BDD275EA72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9250" y="3988451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Image3 Caption</a:t>
            </a:r>
          </a:p>
        </p:txBody>
      </p:sp>
      <p:sp>
        <p:nvSpPr>
          <p:cNvPr id="6" name="Textplatzhalter 10">
            <a:extLst>
              <a:ext uri="{FF2B5EF4-FFF2-40B4-BE49-F238E27FC236}">
                <a16:creationId xmlns:a16="http://schemas.microsoft.com/office/drawing/2014/main" id="{12F31C5C-81A5-5274-2408-85B66E5B73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5060" y="1913899"/>
            <a:ext cx="2430065" cy="116834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Image2 Caption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ECF2D0BA-1555-2FA3-C80B-C74652FCB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416" y="6052867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Image1 Caption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A82E454-E48A-0E3A-FB56-8E0996788A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51361" y="6061516"/>
            <a:ext cx="2430065" cy="124762"/>
          </a:xfrm>
        </p:spPr>
        <p:txBody>
          <a:bodyPr anchor="b" anchorCtr="0"/>
          <a:lstStyle>
            <a:lvl1pPr marL="134532" indent="-134532" algn="r">
              <a:spcBef>
                <a:spcPts val="0"/>
              </a:spcBef>
              <a:buFont typeface="+mj-lt"/>
              <a:buNone/>
              <a:defRPr sz="600"/>
            </a:lvl1pPr>
            <a:lvl2pPr marL="200010" indent="0">
              <a:buNone/>
              <a:defRPr sz="600"/>
            </a:lvl2pPr>
            <a:lvl3pPr marL="403592" indent="0">
              <a:buNone/>
              <a:defRPr sz="600"/>
            </a:lvl3pPr>
            <a:lvl4pPr marL="603602" indent="0">
              <a:buNone/>
              <a:defRPr sz="600"/>
            </a:lvl4pPr>
            <a:lvl5pPr marL="807184" indent="0">
              <a:buNone/>
              <a:defRPr sz="600"/>
            </a:lvl5pPr>
          </a:lstStyle>
          <a:p>
            <a:pPr lvl="0"/>
            <a:r>
              <a:rPr lang="en-US" noProof="0" dirty="0"/>
              <a:t>Edit Image4 Caption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4547D3D8-5DA7-75F1-114F-2A570FFB89E7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58DFF317-3C28-7FC6-0183-92F0F43B8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DECB4244-5280-DAAE-116B-67793141DC43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1513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880" y="1412875"/>
            <a:ext cx="8046244" cy="396000"/>
          </a:xfrm>
        </p:spPr>
        <p:txBody>
          <a:bodyPr/>
          <a:lstStyle>
            <a:lvl1pPr marL="0" indent="0">
              <a:buNone/>
              <a:defRPr b="0" i="0">
                <a:latin typeface="Gedau Gothic" panose="020B0504020202020204" pitchFamily="34" charset="77"/>
              </a:defRPr>
            </a:lvl1pPr>
            <a:lvl2pPr marL="200010" indent="0">
              <a:buNone/>
              <a:defRPr b="1"/>
            </a:lvl2pPr>
            <a:lvl3pPr marL="403592" indent="0">
              <a:buNone/>
              <a:defRPr b="1"/>
            </a:lvl3pPr>
            <a:lvl4pPr marL="603602" indent="0">
              <a:buNone/>
              <a:defRPr b="1"/>
            </a:lvl4pPr>
            <a:lvl5pPr marL="807184" indent="0">
              <a:buNone/>
              <a:defRPr b="1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48880" y="2061398"/>
            <a:ext cx="8046244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050"/>
            </a:lvl1pPr>
          </a:lstStyle>
          <a:p>
            <a:r>
              <a:rPr lang="en-US" noProof="0" dirty="0"/>
              <a:t>Click icon to add table</a:t>
            </a:r>
            <a:endParaRPr lang="de-CH" noProof="0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87C7567-9852-AC07-197B-D1F89B07B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004A5875-ABF8-1C76-A78A-93356442F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032B758D-D084-0032-6C01-2505E9DE40E4}"/>
              </a:ext>
            </a:extLst>
          </p:cNvPr>
          <p:cNvSpPr txBox="1">
            <a:spLocks/>
          </p:cNvSpPr>
          <p:nvPr userDrawn="1"/>
        </p:nvSpPr>
        <p:spPr>
          <a:xfrm>
            <a:off x="469339" y="6334974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125" b="0" i="0" dirty="0">
                <a:latin typeface="Gedau Gothic Medium" panose="020B0504020202020204" pitchFamily="34" charset="77"/>
              </a:rPr>
              <a:t>Folkwang</a:t>
            </a:r>
            <a:endParaRPr lang="de-CH" sz="1125" b="0" i="0" dirty="0">
              <a:latin typeface="Gedau Gothic Medium" panose="020B0504020202020204" pitchFamily="34" charset="77"/>
            </a:endParaRP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635AD34-A015-8391-2F2A-74B17F490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DAE6C142-85EF-E769-6C97-AB993BC968FA}"/>
              </a:ext>
            </a:extLst>
          </p:cNvPr>
          <p:cNvSpPr txBox="1">
            <a:spLocks/>
          </p:cNvSpPr>
          <p:nvPr userDrawn="1"/>
        </p:nvSpPr>
        <p:spPr>
          <a:xfrm>
            <a:off x="467646" y="6511114"/>
            <a:ext cx="1220596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975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975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80" y="2135492"/>
            <a:ext cx="8046244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00010" indent="0">
              <a:buNone/>
              <a:defRPr>
                <a:solidFill>
                  <a:schemeClr val="bg1"/>
                </a:solidFill>
              </a:defRPr>
            </a:lvl2pPr>
            <a:lvl3pPr marL="404970" indent="0">
              <a:buNone/>
              <a:defRPr>
                <a:solidFill>
                  <a:schemeClr val="bg1"/>
                </a:solidFill>
              </a:defRPr>
            </a:lvl3pPr>
            <a:lvl4pPr marL="606358" indent="0">
              <a:buNone/>
              <a:defRPr>
                <a:solidFill>
                  <a:schemeClr val="bg1"/>
                </a:solidFill>
              </a:defRPr>
            </a:lvl4pPr>
            <a:lvl5pPr marL="80994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50122" y="6489088"/>
            <a:ext cx="945000" cy="180000"/>
          </a:xfrm>
        </p:spPr>
        <p:txBody>
          <a:bodyPr/>
          <a:lstStyle>
            <a:lvl1pPr marL="0" indent="0" algn="l">
              <a:buNone/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" name="Grafik 1" descr="Ein Bild, das Text, Schrift, weiß, Screenshot enthält.&#10;&#10;KI-generierte Inhalte können fehlerhaft sein.">
            <a:extLst>
              <a:ext uri="{FF2B5EF4-FFF2-40B4-BE49-F238E27FC236}">
                <a16:creationId xmlns:a16="http://schemas.microsoft.com/office/drawing/2014/main" id="{1F62349D-601C-8093-BA8B-3311D4FBB5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74491"/>
          <a:stretch>
            <a:fillRect/>
          </a:stretch>
        </p:blipFill>
        <p:spPr>
          <a:xfrm>
            <a:off x="183362" y="254746"/>
            <a:ext cx="418218" cy="448506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39BB8A07-EF87-7ABA-31B7-350ADA5FBAF2}"/>
              </a:ext>
            </a:extLst>
          </p:cNvPr>
          <p:cNvSpPr txBox="1">
            <a:spLocks/>
          </p:cNvSpPr>
          <p:nvPr userDrawn="1"/>
        </p:nvSpPr>
        <p:spPr>
          <a:xfrm>
            <a:off x="442500" y="358016"/>
            <a:ext cx="181477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200" b="0" i="0" dirty="0">
                <a:latin typeface="Gedau Gothic Medium" panose="020B0504020202020204" pitchFamily="34" charset="77"/>
              </a:rPr>
              <a:t>Folkwang</a:t>
            </a:r>
            <a:endParaRPr lang="de-CH" sz="1200" b="0" i="0" dirty="0">
              <a:latin typeface="Gedau Gothic Medium" panose="020B0504020202020204" pitchFamily="34" charset="77"/>
            </a:endParaRP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7DD308C3-4B86-76B8-A761-F847619F4A8B}"/>
              </a:ext>
            </a:extLst>
          </p:cNvPr>
          <p:cNvSpPr txBox="1">
            <a:spLocks/>
          </p:cNvSpPr>
          <p:nvPr userDrawn="1"/>
        </p:nvSpPr>
        <p:spPr>
          <a:xfrm>
            <a:off x="444912" y="499661"/>
            <a:ext cx="1275664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300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 sz="1050" b="0" i="0" spc="-30" baseline="0" dirty="0">
                <a:latin typeface="Gedau Gothic Light" panose="020B0304020202020204" pitchFamily="34" charset="77"/>
              </a:rPr>
              <a:t>Universität der Künste</a:t>
            </a:r>
            <a:endParaRPr lang="de-CH" sz="1050" b="0" i="0" spc="-30" baseline="0" dirty="0">
              <a:latin typeface="Gedau Gothic Light" panose="020B03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4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96" y="260353"/>
            <a:ext cx="8073629" cy="900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487" y="1412875"/>
            <a:ext cx="8073635" cy="47879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628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/>
                </a:solidFill>
                <a:latin typeface="Gedau Gothic Book" panose="020B0504020202020204" pitchFamily="34" charset="77"/>
              </a:defRPr>
            </a:lvl1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 b="0" i="0">
                <a:solidFill>
                  <a:schemeClr val="tx1"/>
                </a:solidFill>
                <a:latin typeface="Gedau Gothic Light" panose="020B0304020202020204" pitchFamily="34" charset="77"/>
              </a:defRPr>
            </a:lvl1pPr>
          </a:lstStyle>
          <a:p>
            <a:fld id="{5ACA52AF-F19D-405C-AD5F-7D94B96A5CC3}" type="slidenum">
              <a:rPr lang="de-CH" smtClean="0"/>
              <a:pPr/>
              <a:t>‹Nr.›</a:t>
            </a:fld>
            <a:endParaRPr lang="de-CH" sz="750" dirty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65" r:id="rId14"/>
    <p:sldLayoutId id="2147483667" r:id="rId15"/>
    <p:sldLayoutId id="2147483661" r:id="rId16"/>
    <p:sldLayoutId id="2147483666" r:id="rId17"/>
    <p:sldLayoutId id="2147483669" r:id="rId18"/>
    <p:sldLayoutId id="2147483670" r:id="rId19"/>
    <p:sldLayoutId id="2147483662" r:id="rId20"/>
    <p:sldLayoutId id="2147483668" r:id="rId21"/>
    <p:sldLayoutId id="2147483673" r:id="rId22"/>
    <p:sldLayoutId id="2147483671" r:id="rId23"/>
    <p:sldLayoutId id="2147483672" r:id="rId24"/>
    <p:sldLayoutId id="2147483663" r:id="rId25"/>
    <p:sldLayoutId id="2147483664" r:id="rId26"/>
  </p:sldLayoutIdLst>
  <p:hf hdr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1950" kern="1200">
          <a:solidFill>
            <a:schemeClr val="tx1"/>
          </a:solidFill>
          <a:latin typeface="Gedau Gothic Book" panose="020B0504020202020204" pitchFamily="34" charset="77"/>
          <a:ea typeface="+mj-ea"/>
          <a:cs typeface="+mj-cs"/>
        </a:defRPr>
      </a:lvl1pPr>
    </p:titleStyle>
    <p:bodyStyle>
      <a:lvl1pPr marL="202485" indent="-202485" algn="l" defTabSz="685749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1pPr>
      <a:lvl2pPr marL="403592" indent="-203582" algn="l" defTabSz="685749" rtl="0" eaLnBrk="1" latinLnBrk="0" hangingPunct="1">
        <a:lnSpc>
          <a:spcPct val="100000"/>
        </a:lnSpc>
        <a:spcBef>
          <a:spcPts val="375"/>
        </a:spcBef>
        <a:buFont typeface="Symbol" panose="05050102010706020507" pitchFamily="18" charset="2"/>
        <a:buChar char="-"/>
        <a:defRPr sz="135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2pPr>
      <a:lvl3pPr marL="607455" indent="-202485" algn="l" defTabSz="685749" rtl="0" eaLnBrk="1" latinLnBrk="0" hangingPunct="1">
        <a:lnSpc>
          <a:spcPct val="100000"/>
        </a:lnSpc>
        <a:spcBef>
          <a:spcPts val="375"/>
        </a:spcBef>
        <a:buFont typeface="Symbol" panose="05050102010706020507" pitchFamily="18" charset="2"/>
        <a:buChar char="-"/>
        <a:defRPr sz="135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3pPr>
      <a:lvl4pPr marL="809940" indent="-203582" algn="l" defTabSz="685749" rtl="0" eaLnBrk="1" latinLnBrk="0" hangingPunct="1">
        <a:lnSpc>
          <a:spcPct val="100000"/>
        </a:lnSpc>
        <a:spcBef>
          <a:spcPts val="375"/>
        </a:spcBef>
        <a:buFont typeface="Symbol" panose="05050102010706020507" pitchFamily="18" charset="2"/>
        <a:buChar char="-"/>
        <a:defRPr sz="135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4pPr>
      <a:lvl5pPr marL="1012425" indent="-202485" algn="l" defTabSz="685749" rtl="0" eaLnBrk="1" latinLnBrk="0" hangingPunct="1">
        <a:lnSpc>
          <a:spcPct val="100000"/>
        </a:lnSpc>
        <a:spcBef>
          <a:spcPts val="375"/>
        </a:spcBef>
        <a:buFont typeface="Symbol" panose="05050102010706020507" pitchFamily="18" charset="2"/>
        <a:buChar char="-"/>
        <a:defRPr sz="1350" b="0" i="0" kern="1200">
          <a:solidFill>
            <a:schemeClr val="tx1"/>
          </a:solidFill>
          <a:latin typeface="Gedau Gothic" panose="020B0504020202020204" pitchFamily="34" charset="77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9" userDrawn="1">
          <p15:clr>
            <a:srgbClr val="F26B43"/>
          </p15:clr>
        </p15:guide>
        <p15:guide id="3" pos="5414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pos="2863" userDrawn="1">
          <p15:clr>
            <a:srgbClr val="F26B43"/>
          </p15:clr>
        </p15:guide>
        <p15:guide id="11" pos="2897" userDrawn="1">
          <p15:clr>
            <a:srgbClr val="F26B43"/>
          </p15:clr>
        </p15:guide>
        <p15:guide id="12" orient="horz" pos="1275" userDrawn="1">
          <p15:clr>
            <a:srgbClr val="F26B43"/>
          </p15:clr>
        </p15:guide>
        <p15:guide id="13" orient="horz" pos="1321" userDrawn="1">
          <p15:clr>
            <a:srgbClr val="F26B43"/>
          </p15:clr>
        </p15:guide>
        <p15:guide id="14" orient="horz" pos="2591" userDrawn="1">
          <p15:clr>
            <a:srgbClr val="F26B43"/>
          </p15:clr>
        </p15:guide>
        <p15:guide id="15" orient="horz" pos="2614" userDrawn="1">
          <p15:clr>
            <a:srgbClr val="F26B43"/>
          </p15:clr>
        </p15:guide>
        <p15:guide id="16" orient="horz" pos="2636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  <p15:guide id="18" orient="horz" pos="618" userDrawn="1">
          <p15:clr>
            <a:srgbClr val="F26B43"/>
          </p15:clr>
        </p15:guide>
        <p15:guide id="19" orient="horz" pos="1933" userDrawn="1">
          <p15:clr>
            <a:srgbClr val="F26B43"/>
          </p15:clr>
        </p15:guide>
        <p15:guide id="20" orient="horz" pos="1956" userDrawn="1">
          <p15:clr>
            <a:srgbClr val="F26B43"/>
          </p15:clr>
        </p15:guide>
        <p15:guide id="21" orient="horz" pos="1979" userDrawn="1">
          <p15:clr>
            <a:srgbClr val="F26B43"/>
          </p15:clr>
        </p15:guide>
        <p15:guide id="22" pos="1877" userDrawn="1">
          <p15:clr>
            <a:srgbClr val="F26B43"/>
          </p15:clr>
        </p15:guide>
        <p15:guide id="23" pos="3884" userDrawn="1">
          <p15:clr>
            <a:srgbClr val="F26B43"/>
          </p15:clr>
        </p15:guide>
        <p15:guide id="24" pos="3866" userDrawn="1">
          <p15:clr>
            <a:srgbClr val="F26B43"/>
          </p15:clr>
        </p15:guide>
        <p15:guide id="25" pos="3850" userDrawn="1">
          <p15:clr>
            <a:srgbClr val="F26B43"/>
          </p15:clr>
        </p15:guide>
        <p15:guide id="26" pos="1894" userDrawn="1">
          <p15:clr>
            <a:srgbClr val="F26B43"/>
          </p15:clr>
        </p15:guide>
        <p15:guide id="27" pos="19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5439125-9043-CA49-E74D-1976D5F964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32404"/>
            <a:ext cx="4428000" cy="2079000"/>
          </a:xfrm>
        </p:spPr>
        <p:txBody>
          <a:bodyPr/>
          <a:lstStyle/>
          <a:p>
            <a:r>
              <a:rPr lang="de-DE" dirty="0"/>
              <a:t>Hier steht der Titel der</a:t>
            </a:r>
            <a:br>
              <a:rPr lang="de-DE" dirty="0"/>
            </a:br>
            <a:r>
              <a:rPr lang="de-DE" dirty="0"/>
              <a:t>Präsentation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Prof. Stefan Neudecker</a:t>
            </a:r>
          </a:p>
          <a:p>
            <a:r>
              <a:rPr lang="de-DE" dirty="0"/>
              <a:t>Dekan Fachbereich Gestaltung</a:t>
            </a:r>
          </a:p>
          <a:p>
            <a:r>
              <a:rPr lang="de-DE" dirty="0"/>
              <a:t>TT. Monat JJJJ, Ort</a:t>
            </a:r>
            <a:endParaRPr lang="de-CH" dirty="0"/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1E8143B2-2F5C-CC83-75FA-717426FF94C5}"/>
              </a:ext>
            </a:extLst>
          </p:cNvPr>
          <p:cNvSpPr txBox="1">
            <a:spLocks/>
          </p:cNvSpPr>
          <p:nvPr/>
        </p:nvSpPr>
        <p:spPr>
          <a:xfrm>
            <a:off x="4658712" y="1110615"/>
            <a:ext cx="3936412" cy="2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e-DE" sz="1350" b="1" dirty="0">
                <a:latin typeface="Rotis Sans Serif ExBd" panose="02000303000000020004" pitchFamily="2" charset="77"/>
              </a:rPr>
              <a:t>Design </a:t>
            </a:r>
            <a:r>
              <a:rPr lang="de-DE" sz="1350" b="1" dirty="0" err="1">
                <a:latin typeface="Rotis Sans Serif ExBd" panose="02000303000000020004" pitchFamily="2" charset="77"/>
              </a:rPr>
              <a:t>by</a:t>
            </a:r>
            <a:r>
              <a:rPr lang="de-DE" sz="1350" b="1" dirty="0">
                <a:latin typeface="Rotis Sans Serif ExBd" panose="02000303000000020004" pitchFamily="2" charset="77"/>
              </a:rPr>
              <a:t> Technology</a:t>
            </a:r>
            <a:endParaRPr lang="de-CH" sz="1350" b="1" dirty="0">
              <a:latin typeface="Rotis Sans Serif ExBd" panose="02000303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BDCF8BC-DFA4-6546-6227-0B7986C7D6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75A7EC3-C447-4215-A677-579538741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</a:t>
            </a:r>
            <a:br>
              <a:rPr lang="de-DE" dirty="0"/>
            </a:br>
            <a:r>
              <a:rPr lang="de-DE" dirty="0"/>
              <a:t>der Präsentation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7FDD8C0-1E55-470A-8F2D-AB98607E7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Hier steht der Untertitel</a:t>
            </a:r>
            <a:endParaRPr lang="de-CH" dirty="0"/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521D709B-C595-0AF7-040E-35F329740D3A}"/>
              </a:ext>
            </a:extLst>
          </p:cNvPr>
          <p:cNvSpPr txBox="1">
            <a:spLocks/>
          </p:cNvSpPr>
          <p:nvPr/>
        </p:nvSpPr>
        <p:spPr>
          <a:xfrm>
            <a:off x="4658712" y="1102733"/>
            <a:ext cx="3936412" cy="2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e-DE" sz="1350" b="1" dirty="0">
                <a:latin typeface="Rotis Sans Serif ExBd" panose="02000303000000020004" pitchFamily="2" charset="77"/>
              </a:rPr>
              <a:t>Design </a:t>
            </a:r>
            <a:r>
              <a:rPr lang="de-DE" sz="1350" b="1" dirty="0" err="1">
                <a:latin typeface="Rotis Sans Serif ExBd" panose="02000303000000020004" pitchFamily="2" charset="77"/>
              </a:rPr>
              <a:t>by</a:t>
            </a:r>
            <a:r>
              <a:rPr lang="de-DE" sz="1350" b="1" dirty="0">
                <a:latin typeface="Rotis Sans Serif ExBd" panose="02000303000000020004" pitchFamily="2" charset="77"/>
              </a:rPr>
              <a:t> Technology</a:t>
            </a:r>
            <a:endParaRPr lang="de-CH" sz="1350" b="1" dirty="0">
              <a:latin typeface="Rotis Sans Serif ExBd" panose="02000303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253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F9179-5F46-4028-8AD3-4988AB9A6C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kann, wenn immer nötig, über zwei</a:t>
            </a:r>
            <a:br>
              <a:rPr lang="de-DE" dirty="0"/>
            </a:br>
            <a:r>
              <a:rPr lang="de-DE" dirty="0"/>
              <a:t>oder sogar drei Zeilen laufen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53DF2A-2730-487C-8E19-2CA6CA915E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Prof. Stefan Neudecker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Dekan Fachbereich Gestaltung</a:t>
            </a:r>
          </a:p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TT. Monat JJJJ, Ort</a:t>
            </a:r>
            <a:endParaRPr lang="de-CH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58712" y="1094850"/>
            <a:ext cx="3936412" cy="270000"/>
          </a:xfrm>
        </p:spPr>
        <p:txBody>
          <a:bodyPr/>
          <a:lstStyle/>
          <a:p>
            <a:pPr marL="0" indent="0" algn="r">
              <a:buNone/>
            </a:pPr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270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58334-A345-4D81-9F4E-D052229C9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Hier steht der Titel der Präsentation</a:t>
            </a:r>
            <a:br>
              <a:rPr lang="de-DE" dirty="0"/>
            </a:br>
            <a:r>
              <a:rPr lang="de-DE" dirty="0"/>
              <a:t>Dieser kann, wenn immer nötig, über zwei</a:t>
            </a:r>
            <a:br>
              <a:rPr lang="de-DE" dirty="0"/>
            </a:br>
            <a:r>
              <a:rPr lang="de-DE" dirty="0"/>
              <a:t>oder sogar drei Zeilen laufen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CBB855-862A-446C-A75E-1B38AEA6B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Prof. Stefan Neudecker</a:t>
            </a:r>
          </a:p>
          <a:p>
            <a:r>
              <a:rPr lang="de-DE" dirty="0"/>
              <a:t>Dekan Fachbereich Gestaltung</a:t>
            </a:r>
          </a:p>
          <a:p>
            <a:r>
              <a:rPr lang="de-DE" dirty="0"/>
              <a:t>TT. Monat JJJJ, Ort</a:t>
            </a:r>
            <a:endParaRPr lang="de-CH" dirty="0"/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F014E5A1-2BD2-5818-3DC7-32F3AD71DEFC}"/>
              </a:ext>
            </a:extLst>
          </p:cNvPr>
          <p:cNvSpPr txBox="1">
            <a:spLocks/>
          </p:cNvSpPr>
          <p:nvPr/>
        </p:nvSpPr>
        <p:spPr>
          <a:xfrm>
            <a:off x="4658712" y="1094850"/>
            <a:ext cx="3936412" cy="2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e-DE" sz="1350"/>
              <a:t>Design by Technology</a:t>
            </a:r>
            <a:endParaRPr lang="de-CH" sz="1350" dirty="0"/>
          </a:p>
        </p:txBody>
      </p:sp>
    </p:spTree>
    <p:extLst>
      <p:ext uri="{BB962C8B-B14F-4D97-AF65-F5344CB8AC3E}">
        <p14:creationId xmlns:p14="http://schemas.microsoft.com/office/powerpoint/2010/main" val="322309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FCAC4DE-E93F-8D47-286B-D82CC9F71F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5BBB314-EB6D-447A-92F9-C514A974C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2"/>
                </a:solidFill>
              </a:rPr>
              <a:t>Hier steht der Titel</a:t>
            </a:r>
            <a:br>
              <a:rPr lang="de-DE" dirty="0">
                <a:solidFill>
                  <a:schemeClr val="accent2"/>
                </a:solidFill>
              </a:rPr>
            </a:br>
            <a:r>
              <a:rPr lang="de-DE" dirty="0">
                <a:solidFill>
                  <a:schemeClr val="accent2"/>
                </a:solidFill>
              </a:rPr>
              <a:t>der Präsentation</a:t>
            </a:r>
            <a:endParaRPr lang="de-CH" dirty="0">
              <a:solidFill>
                <a:schemeClr val="accent2"/>
              </a:solidFill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ED8D1DE-5E1B-478C-871F-36D6ACA0F0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>
                <a:solidFill>
                  <a:schemeClr val="accent2"/>
                </a:solidFill>
              </a:rPr>
              <a:t>Prof. Stefan Neudecker</a:t>
            </a:r>
          </a:p>
          <a:p>
            <a:r>
              <a:rPr lang="de-DE" dirty="0">
                <a:solidFill>
                  <a:schemeClr val="accent2"/>
                </a:solidFill>
              </a:rPr>
              <a:t>Dekan Fachbereich Gestaltung</a:t>
            </a:r>
          </a:p>
          <a:p>
            <a:r>
              <a:rPr lang="de-DE" dirty="0">
                <a:solidFill>
                  <a:schemeClr val="accent2"/>
                </a:solidFill>
              </a:rPr>
              <a:t>TT. Monat JJJJ, Ort</a:t>
            </a:r>
            <a:endParaRPr lang="de-CH" dirty="0">
              <a:solidFill>
                <a:schemeClr val="accent2"/>
              </a:solidFill>
            </a:endParaRP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8F4B9C1A-B312-3D3D-9AA2-8085B1A04BE4}"/>
              </a:ext>
            </a:extLst>
          </p:cNvPr>
          <p:cNvSpPr txBox="1">
            <a:spLocks/>
          </p:cNvSpPr>
          <p:nvPr/>
        </p:nvSpPr>
        <p:spPr>
          <a:xfrm>
            <a:off x="4658712" y="1094850"/>
            <a:ext cx="3936412" cy="2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1pPr>
            <a:lvl2pPr marL="538163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3pPr>
            <a:lvl4pPr marL="1080000" indent="-27146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800" b="0" i="0" kern="1200">
                <a:solidFill>
                  <a:schemeClr val="tx1"/>
                </a:solidFill>
                <a:latin typeface="Gedau Gothic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e-DE" sz="1350" dirty="0"/>
              <a:t>Design </a:t>
            </a:r>
            <a:r>
              <a:rPr lang="de-DE" sz="1350" dirty="0" err="1"/>
              <a:t>by</a:t>
            </a:r>
            <a:r>
              <a:rPr lang="de-DE" sz="1350" dirty="0"/>
              <a:t> Technology</a:t>
            </a:r>
            <a:endParaRPr lang="de-CH" sz="1350" dirty="0"/>
          </a:p>
        </p:txBody>
      </p:sp>
    </p:spTree>
    <p:extLst>
      <p:ext uri="{BB962C8B-B14F-4D97-AF65-F5344CB8AC3E}">
        <p14:creationId xmlns:p14="http://schemas.microsoft.com/office/powerpoint/2010/main" val="37248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Inhaltsverzeichnis/Agenda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Titel Inhalt 1</a:t>
            </a:r>
          </a:p>
          <a:p>
            <a:r>
              <a:rPr lang="de-DE" dirty="0"/>
              <a:t>Titel Inhalt 2</a:t>
            </a:r>
          </a:p>
          <a:p>
            <a:r>
              <a:rPr lang="de-DE" dirty="0"/>
              <a:t>usw.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CC2466-3A40-7ECE-0392-A12C2D86F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</p:spPr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7" name="Foliennummernplatzhalter 4">
            <a:extLst>
              <a:ext uri="{FF2B5EF4-FFF2-40B4-BE49-F238E27FC236}">
                <a16:creationId xmlns:a16="http://schemas.microsoft.com/office/drawing/2014/main" id="{863D2DA5-D933-4E6A-0EC3-E22D9BEFDD64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62A37DF9-9D64-B59E-E80D-DAB17F109F15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22A1-56F7-4FF9-8A90-D307E673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D7DC3-17C3-4B09-9D8E-F143A82B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Textplatzhalter haben als Standard </a:t>
            </a:r>
            <a:r>
              <a:rPr lang="de-DE" dirty="0" err="1"/>
              <a:t>Bulletpoints</a:t>
            </a:r>
            <a:r>
              <a:rPr lang="de-CH" dirty="0"/>
              <a:t>. Um diese zu entfernen drücken Sie vor der Texteingabe die </a:t>
            </a:r>
            <a:r>
              <a:rPr lang="de-CH" dirty="0" err="1"/>
              <a:t>Backspace</a:t>
            </a:r>
            <a:r>
              <a:rPr lang="de-CH" dirty="0"/>
              <a:t> Taste.</a:t>
            </a:r>
            <a:endParaRPr lang="de-DE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36F6E00-C902-D358-D72E-A3B03C3E2FD0}"/>
              </a:ext>
            </a:extLst>
          </p:cNvPr>
          <p:cNvSpPr txBox="1">
            <a:spLocks/>
          </p:cNvSpPr>
          <p:nvPr/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E0A8AC67-3580-E88A-4A71-600AF70F2496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D2AB6D69-F143-2C60-26C1-270D6E42E393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7711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31ECF-EF04-4AAA-9A8E-583E3D21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0A683-618F-4D75-846F-0DB536B4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pPr marL="0" indent="0">
              <a:buNone/>
            </a:pP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8E864339-DB03-847B-58C5-A968D8BAD3F7}"/>
              </a:ext>
            </a:extLst>
          </p:cNvPr>
          <p:cNvSpPr txBox="1">
            <a:spLocks/>
          </p:cNvSpPr>
          <p:nvPr/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5A3D574A-D32C-7F24-42EB-0DC804A9EC23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C238A9F5-E54B-9494-38EE-02E7F6E121DA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430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E89797-3509-4BFC-8A5D-902B9F4E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9D6010-8F25-4603-8A3B-27F5FC9E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pPr marL="0" indent="0">
              <a:buNone/>
            </a:pP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amet</a:t>
            </a:r>
            <a:r>
              <a:rPr lang="de-CH" baseline="30000" dirty="0"/>
              <a:t>1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exercitation</a:t>
            </a:r>
            <a:r>
              <a:rPr lang="de-CH" baseline="30000" dirty="0"/>
              <a:t>2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</a:t>
            </a:r>
            <a:r>
              <a:rPr lang="de-CH" baseline="30000" dirty="0"/>
              <a:t>3</a:t>
            </a:r>
            <a:r>
              <a:rPr lang="de-CH" dirty="0"/>
              <a:t>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D21089-1A9B-4C80-B91D-2D74FE77AB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Fussnote.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. </a:t>
            </a:r>
            <a:br>
              <a:rPr lang="de-CH" dirty="0"/>
            </a:br>
            <a:r>
              <a:rPr lang="de-CH" dirty="0"/>
              <a:t>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 </a:t>
            </a:r>
            <a:r>
              <a:rPr lang="de-CH" dirty="0" err="1"/>
              <a:t>quis</a:t>
            </a:r>
            <a:endParaRPr lang="de-CH" dirty="0"/>
          </a:p>
          <a:p>
            <a:r>
              <a:rPr lang="de-CH" dirty="0"/>
              <a:t>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br>
              <a:rPr lang="de-CH" dirty="0"/>
            </a:b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.</a:t>
            </a:r>
          </a:p>
          <a:p>
            <a:r>
              <a:rPr lang="de-CH" dirty="0"/>
              <a:t>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375A5DCE-0291-8124-3911-2000BC67EBD9}"/>
              </a:ext>
            </a:extLst>
          </p:cNvPr>
          <p:cNvSpPr txBox="1">
            <a:spLocks/>
          </p:cNvSpPr>
          <p:nvPr/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CB4FC8D0-BFCD-407B-F794-511EC7BE1A03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10" name="Fußzeilenplatzhalter 6">
            <a:extLst>
              <a:ext uri="{FF2B5EF4-FFF2-40B4-BE49-F238E27FC236}">
                <a16:creationId xmlns:a16="http://schemas.microsoft.com/office/drawing/2014/main" id="{604AAB08-601C-6A87-8E24-A4677C8AEA29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7633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9D96-1AFA-40BA-BAE5-8D745F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30C9CD-6F3E-4243-AF8B-598CBE0FF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.</a:t>
            </a:r>
          </a:p>
          <a:p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 </a:t>
            </a:r>
            <a:r>
              <a:rPr lang="de-CH" dirty="0" err="1"/>
              <a:t>eu</a:t>
            </a:r>
            <a:r>
              <a:rPr lang="de-CH" dirty="0"/>
              <a:t> </a:t>
            </a:r>
            <a:r>
              <a:rPr lang="de-CH" dirty="0" err="1"/>
              <a:t>fugiat</a:t>
            </a:r>
            <a:r>
              <a:rPr lang="de-CH" dirty="0"/>
              <a:t> nulla </a:t>
            </a:r>
            <a:r>
              <a:rPr lang="de-CH" dirty="0" err="1"/>
              <a:t>pariatur</a:t>
            </a:r>
            <a:r>
              <a:rPr lang="de-CH" dirty="0"/>
              <a:t>. </a:t>
            </a:r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.</a:t>
            </a:r>
          </a:p>
          <a:p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endParaRPr lang="de-CH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DFAB061A-5D24-1DE1-902A-42CCDACE68D7}"/>
              </a:ext>
            </a:extLst>
          </p:cNvPr>
          <p:cNvSpPr txBox="1">
            <a:spLocks/>
          </p:cNvSpPr>
          <p:nvPr/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40536F7-A0D7-6304-FBB1-079EE2B761A2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EBB3ED74-B048-96D8-BF2A-411BE79A446C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63831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6C7DC3-2470-4708-A950-F7F2B6DA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039987-0BC5-4753-9A7E-3FA3EECB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Zwischenüberschrift (optional)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 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veniam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. </a:t>
            </a:r>
          </a:p>
          <a:p>
            <a:pPr lvl="1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.</a:t>
            </a:r>
            <a:endParaRPr lang="de-CH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348F8A7A-879F-E0C8-EFD2-173C1B4BF5A3}"/>
              </a:ext>
            </a:extLst>
          </p:cNvPr>
          <p:cNvSpPr txBox="1">
            <a:spLocks/>
          </p:cNvSpPr>
          <p:nvPr/>
        </p:nvSpPr>
        <p:spPr>
          <a:xfrm>
            <a:off x="7746103" y="6522449"/>
            <a:ext cx="591779" cy="216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9C331A5E-C172-5BA6-C3F0-9B14F8EA3C6F}"/>
              </a:ext>
            </a:extLst>
          </p:cNvPr>
          <p:cNvSpPr txBox="1">
            <a:spLocks/>
          </p:cNvSpPr>
          <p:nvPr/>
        </p:nvSpPr>
        <p:spPr>
          <a:xfrm>
            <a:off x="8353192" y="6522444"/>
            <a:ext cx="241933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ED788BCF-574C-3F9C-5A43-6A63271EE8BE}"/>
              </a:ext>
            </a:extLst>
          </p:cNvPr>
          <p:cNvSpPr txBox="1">
            <a:spLocks/>
          </p:cNvSpPr>
          <p:nvPr/>
        </p:nvSpPr>
        <p:spPr>
          <a:xfrm>
            <a:off x="1922464" y="6516101"/>
            <a:ext cx="3028950" cy="215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1027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57BF2-5EC6-42D6-9F04-4237E99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ein Zwischentitel,</a:t>
            </a:r>
            <a:br>
              <a:rPr lang="de-DE" dirty="0"/>
            </a:br>
            <a:r>
              <a:rPr lang="de-DE" dirty="0"/>
              <a:t>ggf. auch über zwei Zeilen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DD7CFF-BF36-47E4-8302-EBC181BD3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5629" y="6546251"/>
            <a:ext cx="3028950" cy="161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EEA281-37DD-45CF-AABF-2BFEAD6C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46249"/>
            <a:ext cx="591779" cy="162001"/>
          </a:xfrm>
        </p:spPr>
        <p:txBody>
          <a:bodyPr/>
          <a:lstStyle/>
          <a:p>
            <a:fld id="{43402617-726E-42A6-AC19-79D267EAC7EE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B16F61-62BA-4FA3-89CE-2F599E6DE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46247"/>
            <a:ext cx="241933" cy="162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pPr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66234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2FAE928-325C-8AF4-4ABE-A62BBF2498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C9053-41CC-4EBA-A730-58DD0D8E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Folientitel,</a:t>
            </a:r>
            <a:br>
              <a:rPr lang="de-DE" dirty="0"/>
            </a:br>
            <a:r>
              <a:rPr lang="de-DE" dirty="0"/>
              <a:t>ggf. auch über zwei Zeilen</a:t>
            </a:r>
            <a:endParaRPr lang="de-CH" dirty="0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3582AC9A-6C2C-B932-FFFB-1A0AD3F7F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2511" y="6553211"/>
            <a:ext cx="3028950" cy="161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9" name="Datumsplatzhalter 1">
            <a:extLst>
              <a:ext uri="{FF2B5EF4-FFF2-40B4-BE49-F238E27FC236}">
                <a16:creationId xmlns:a16="http://schemas.microsoft.com/office/drawing/2014/main" id="{02DED13F-BE75-F666-EF8C-5E60FA14E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57972"/>
            <a:ext cx="591779" cy="162001"/>
          </a:xfrm>
        </p:spPr>
        <p:txBody>
          <a:bodyPr/>
          <a:lstStyle/>
          <a:p>
            <a:fld id="{D09CA2F3-F87E-4AE4-9065-0A259B9D1DCB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169FDD3A-3F8D-3754-E91D-BCEDAEC1D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57970"/>
            <a:ext cx="241933" cy="162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98662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7C48BD2-3BC6-8267-8597-0CDC91196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66CED2-8A44-4184-AB66-109ABD3F5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2511" y="6553211"/>
            <a:ext cx="3028950" cy="161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8A7152-5E06-409E-958B-9EA7D82F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57972"/>
            <a:ext cx="591779" cy="162001"/>
          </a:xfrm>
        </p:spPr>
        <p:txBody>
          <a:bodyPr/>
          <a:lstStyle/>
          <a:p>
            <a:fld id="{D09CA2F3-F87E-4AE4-9065-0A259B9D1DCB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6FBACA-440F-4F76-AA55-D4C6156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57970"/>
            <a:ext cx="241933" cy="162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5468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6815020-6645-DAF1-8E42-E964687F20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D79B13-3C6D-410C-8179-6B349071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1C6779-ACCD-4204-B972-A9B259545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</a:t>
            </a:r>
          </a:p>
          <a:p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 </a:t>
            </a:r>
            <a:r>
              <a:rPr lang="de-CH" dirty="0" err="1"/>
              <a:t>ea</a:t>
            </a:r>
            <a:r>
              <a:rPr lang="de-CH" dirty="0"/>
              <a:t> commodo </a:t>
            </a:r>
            <a:r>
              <a:rPr lang="de-CH" dirty="0" err="1"/>
              <a:t>equat</a:t>
            </a:r>
            <a:r>
              <a:rPr lang="de-CH" dirty="0"/>
              <a:t>. Duis </a:t>
            </a:r>
            <a:r>
              <a:rPr lang="de-CH" dirty="0" err="1"/>
              <a:t>aute</a:t>
            </a:r>
            <a:r>
              <a:rPr lang="de-CH" dirty="0"/>
              <a:t> </a:t>
            </a:r>
            <a:r>
              <a:rPr lang="de-CH" dirty="0" err="1"/>
              <a:t>irure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in </a:t>
            </a:r>
            <a:r>
              <a:rPr lang="de-CH" dirty="0" err="1"/>
              <a:t>reprehenderit</a:t>
            </a:r>
            <a:r>
              <a:rPr lang="de-CH" dirty="0"/>
              <a:t> in </a:t>
            </a:r>
            <a:r>
              <a:rPr lang="de-CH" dirty="0" err="1"/>
              <a:t>voluptate</a:t>
            </a:r>
            <a:r>
              <a:rPr lang="de-CH" dirty="0"/>
              <a:t> </a:t>
            </a:r>
            <a:r>
              <a:rPr lang="de-CH" dirty="0" err="1"/>
              <a:t>velit</a:t>
            </a:r>
            <a:r>
              <a:rPr lang="de-CH" dirty="0"/>
              <a:t> esse </a:t>
            </a:r>
            <a:r>
              <a:rPr lang="de-CH" dirty="0" err="1"/>
              <a:t>cillum</a:t>
            </a:r>
            <a:r>
              <a:rPr lang="de-CH" dirty="0"/>
              <a:t> </a:t>
            </a:r>
            <a:r>
              <a:rPr lang="de-CH" dirty="0" err="1"/>
              <a:t>dolore</a:t>
            </a:r>
            <a:r>
              <a:rPr lang="de-CH" dirty="0"/>
              <a:t>.</a:t>
            </a:r>
          </a:p>
          <a:p>
            <a:r>
              <a:rPr lang="de-CH" dirty="0" err="1"/>
              <a:t>Excepteur</a:t>
            </a:r>
            <a:r>
              <a:rPr lang="de-CH" dirty="0"/>
              <a:t> </a:t>
            </a:r>
            <a:r>
              <a:rPr lang="de-CH" dirty="0" err="1"/>
              <a:t>sint</a:t>
            </a:r>
            <a:r>
              <a:rPr lang="de-CH" dirty="0"/>
              <a:t> </a:t>
            </a:r>
            <a:r>
              <a:rPr lang="de-CH" dirty="0" err="1"/>
              <a:t>occaecat</a:t>
            </a:r>
            <a:r>
              <a:rPr lang="de-CH" dirty="0"/>
              <a:t> cupidatat non </a:t>
            </a:r>
            <a:r>
              <a:rPr lang="de-CH" dirty="0" err="1"/>
              <a:t>proident</a:t>
            </a:r>
            <a:r>
              <a:rPr lang="de-CH" dirty="0"/>
              <a:t>, </a:t>
            </a:r>
            <a:r>
              <a:rPr lang="de-CH" dirty="0" err="1"/>
              <a:t>sunt</a:t>
            </a:r>
            <a:r>
              <a:rPr lang="de-CH" dirty="0"/>
              <a:t> in culpa </a:t>
            </a:r>
            <a:r>
              <a:rPr lang="de-CH" dirty="0" err="1"/>
              <a:t>qui</a:t>
            </a:r>
            <a:r>
              <a:rPr lang="de-CH" dirty="0"/>
              <a:t> </a:t>
            </a:r>
            <a:r>
              <a:rPr lang="de-CH" dirty="0" err="1"/>
              <a:t>officia</a:t>
            </a:r>
            <a:r>
              <a:rPr lang="de-CH" dirty="0"/>
              <a:t> </a:t>
            </a:r>
            <a:r>
              <a:rPr lang="de-CH" dirty="0" err="1"/>
              <a:t>deserunt</a:t>
            </a:r>
            <a:r>
              <a:rPr lang="de-CH" dirty="0"/>
              <a:t> </a:t>
            </a:r>
            <a:r>
              <a:rPr lang="de-CH" dirty="0" err="1"/>
              <a:t>mollit</a:t>
            </a:r>
            <a:r>
              <a:rPr lang="de-CH" dirty="0"/>
              <a:t> </a:t>
            </a:r>
            <a:r>
              <a:rPr lang="de-CH" dirty="0" err="1"/>
              <a:t>anim</a:t>
            </a:r>
            <a:r>
              <a:rPr lang="de-CH" dirty="0"/>
              <a:t> </a:t>
            </a:r>
            <a:r>
              <a:rPr lang="de-CH" dirty="0" err="1"/>
              <a:t>id</a:t>
            </a:r>
            <a:r>
              <a:rPr lang="de-CH" dirty="0"/>
              <a:t>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laborum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r>
              <a:rPr lang="de-CH" dirty="0"/>
              <a:t> </a:t>
            </a:r>
            <a:r>
              <a:rPr lang="de-CH" dirty="0" err="1"/>
              <a:t>ullamco</a:t>
            </a:r>
            <a:r>
              <a:rPr lang="de-CH" dirty="0"/>
              <a:t> </a:t>
            </a:r>
            <a:r>
              <a:rPr lang="de-CH" dirty="0" err="1"/>
              <a:t>laboris</a:t>
            </a:r>
            <a:r>
              <a:rPr lang="de-CH" dirty="0"/>
              <a:t> nisi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aliquip</a:t>
            </a:r>
            <a:r>
              <a:rPr lang="de-CH" dirty="0"/>
              <a:t> ex.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678CD3BD-79FB-916C-EBEE-1922D13DCFA5}"/>
              </a:ext>
            </a:extLst>
          </p:cNvPr>
          <p:cNvSpPr txBox="1">
            <a:spLocks/>
          </p:cNvSpPr>
          <p:nvPr/>
        </p:nvSpPr>
        <p:spPr>
          <a:xfrm>
            <a:off x="1912511" y="6553211"/>
            <a:ext cx="3028950" cy="16199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75" kern="1200">
                <a:solidFill>
                  <a:schemeClr val="tx1"/>
                </a:solidFill>
                <a:latin typeface="Gedau Gothic Book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Design by Technology</a:t>
            </a:r>
            <a:endParaRPr lang="de-CH" dirty="0"/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E40B3BBC-BA3B-B832-DDA4-782A72683BD1}"/>
              </a:ext>
            </a:extLst>
          </p:cNvPr>
          <p:cNvSpPr txBox="1">
            <a:spLocks/>
          </p:cNvSpPr>
          <p:nvPr/>
        </p:nvSpPr>
        <p:spPr>
          <a:xfrm>
            <a:off x="7746103" y="6557972"/>
            <a:ext cx="591779" cy="16200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9CA2F3-F87E-4AE4-9065-0A259B9D1DCB}" type="datetime1">
              <a:rPr lang="de-CH" smtClean="0"/>
              <a:pPr/>
              <a:t>13.04.26</a:t>
            </a:fld>
            <a:endParaRPr lang="de-CH"/>
          </a:p>
        </p:txBody>
      </p:sp>
      <p:sp>
        <p:nvSpPr>
          <p:cNvPr id="9" name="Foliennummernplatzhalter 3">
            <a:extLst>
              <a:ext uri="{FF2B5EF4-FFF2-40B4-BE49-F238E27FC236}">
                <a16:creationId xmlns:a16="http://schemas.microsoft.com/office/drawing/2014/main" id="{326E71D9-7805-9D79-8F25-BFD4F9D71411}"/>
              </a:ext>
            </a:extLst>
          </p:cNvPr>
          <p:cNvSpPr txBox="1">
            <a:spLocks/>
          </p:cNvSpPr>
          <p:nvPr/>
        </p:nvSpPr>
        <p:spPr>
          <a:xfrm>
            <a:off x="8353192" y="6557970"/>
            <a:ext cx="241933" cy="162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750" b="0" i="0" kern="1200">
                <a:solidFill>
                  <a:schemeClr val="tx1"/>
                </a:solidFill>
                <a:latin typeface="Gedau Gothic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CA52AF-F19D-405C-AD5F-7D94B96A5CC3}" type="slidenum">
              <a:rPr lang="de-CH" smtClean="0"/>
              <a:pPr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817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9CD76B6-E4E1-2F57-1BA4-F9D2C8A14F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467142-678F-D49B-22B7-0633FF0A6C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32D83E-24ED-4BAB-928B-65865CDB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Kombination Bild und Text</a:t>
            </a:r>
          </a:p>
          <a:p>
            <a:pPr marL="0" indent="0">
              <a:buNone/>
            </a:pPr>
            <a:r>
              <a:rPr lang="de-CH" dirty="0"/>
              <a:t>Lauftext.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.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FCF71FFE-CA66-4F13-988C-CC5FD6C24A3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5184C48-FE94-C0BB-30B5-0FCEBD287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2511" y="6553211"/>
            <a:ext cx="3028950" cy="161999"/>
          </a:xfrm>
        </p:spPr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</a:t>
            </a:r>
            <a:endParaRPr lang="de-CH" dirty="0"/>
          </a:p>
        </p:txBody>
      </p: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2030DE94-40A0-909D-E4F0-337096B0B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57972"/>
            <a:ext cx="591779" cy="162001"/>
          </a:xfrm>
        </p:spPr>
        <p:txBody>
          <a:bodyPr/>
          <a:lstStyle/>
          <a:p>
            <a:fld id="{D09CA2F3-F87E-4AE4-9065-0A259B9D1DCB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5BFADCF-35B2-E4C0-3CA8-B8CF94828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57970"/>
            <a:ext cx="241933" cy="162000"/>
          </a:xfrm>
        </p:spPr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07294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258F623-9852-20F9-B098-3156E34887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420D4E9-C388-5E06-34E4-8D8ADE9432A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31FE83AA-ED30-0A1C-D122-378926F86E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C67D2E-7487-43A9-B734-0DEEE96D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Kombination Bild und Text</a:t>
            </a:r>
          </a:p>
          <a:p>
            <a:pPr marL="0" indent="0">
              <a:buNone/>
            </a:pPr>
            <a:r>
              <a:rPr lang="de-CH" dirty="0"/>
              <a:t>Lauftext.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consectetur</a:t>
            </a:r>
            <a:r>
              <a:rPr lang="de-CH" dirty="0"/>
              <a:t> </a:t>
            </a:r>
            <a:r>
              <a:rPr lang="de-CH" dirty="0" err="1"/>
              <a:t>adipiscing</a:t>
            </a:r>
            <a:r>
              <a:rPr lang="de-CH" dirty="0"/>
              <a:t> </a:t>
            </a:r>
            <a:r>
              <a:rPr lang="de-CH" dirty="0" err="1"/>
              <a:t>elit</a:t>
            </a:r>
            <a:r>
              <a:rPr lang="de-CH" dirty="0"/>
              <a:t>, sed do </a:t>
            </a:r>
            <a:r>
              <a:rPr lang="de-CH" dirty="0" err="1"/>
              <a:t>eiusmod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incididunt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aliqua</a:t>
            </a:r>
            <a:r>
              <a:rPr lang="de-CH" dirty="0"/>
              <a:t>.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enim</a:t>
            </a:r>
            <a:r>
              <a:rPr lang="de-CH" dirty="0"/>
              <a:t> ad minim </a:t>
            </a:r>
            <a:r>
              <a:rPr lang="de-CH" dirty="0" err="1"/>
              <a:t>veniam</a:t>
            </a:r>
            <a:r>
              <a:rPr lang="de-CH" dirty="0"/>
              <a:t>, </a:t>
            </a:r>
            <a:r>
              <a:rPr lang="de-CH" dirty="0" err="1"/>
              <a:t>quis</a:t>
            </a:r>
            <a:r>
              <a:rPr lang="de-CH" dirty="0"/>
              <a:t> </a:t>
            </a:r>
            <a:r>
              <a:rPr lang="de-CH" dirty="0" err="1"/>
              <a:t>nostrud</a:t>
            </a:r>
            <a:r>
              <a:rPr lang="de-CH" dirty="0"/>
              <a:t> </a:t>
            </a:r>
            <a:r>
              <a:rPr lang="de-CH" dirty="0" err="1"/>
              <a:t>exercitation</a:t>
            </a:r>
            <a:endParaRPr lang="de-CH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394840C-17DD-95DD-8515-97D8C4A28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</p:spPr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93FE2D-F208-3CF8-0F9E-3352327CC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</p:spPr>
        <p:txBody>
          <a:bodyPr/>
          <a:lstStyle/>
          <a:p>
            <a:fld id="{5ACA52AF-F19D-405C-AD5F-7D94B96A5CC3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68A0B515-C07B-F380-D3F8-48E062411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</p:spPr>
        <p:txBody>
          <a:bodyPr/>
          <a:lstStyle/>
          <a:p>
            <a:pPr indent="71433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2210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A13FE-7A13-4ED3-8196-74CAF963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Hier steht der Folientitel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D6150-4476-428E-BB61-724E0142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Titel der Tabelle</a:t>
            </a:r>
            <a:endParaRPr lang="de-CH" dirty="0"/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7E7EE0D9-F96C-4F09-9F41-32C62A5A654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921110477"/>
              </p:ext>
            </p:extLst>
          </p:nvPr>
        </p:nvGraphicFramePr>
        <p:xfrm>
          <a:off x="548879" y="2403872"/>
          <a:ext cx="6588000" cy="1701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420380151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40495432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080648808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595204828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488753729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r>
                        <a:rPr lang="de-DE" sz="1100" dirty="0"/>
                        <a:t>Spaltenüberschrift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2021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2020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2019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2018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57665754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de-DE" sz="1100" dirty="0" err="1"/>
                        <a:t>Lorem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ipsum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dolor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1606</a:t>
                      </a:r>
                      <a:endParaRPr lang="de-CH" sz="1100" dirty="0"/>
                    </a:p>
                  </a:txBody>
                  <a:tcPr marL="0" marR="5400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1678</a:t>
                      </a:r>
                      <a:endParaRPr lang="de-CH" sz="1100" dirty="0"/>
                    </a:p>
                  </a:txBody>
                  <a:tcPr marL="0" marR="54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2072</a:t>
                      </a:r>
                      <a:endParaRPr lang="de-CH" sz="1100" dirty="0"/>
                    </a:p>
                  </a:txBody>
                  <a:tcPr marL="0" marR="54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2196</a:t>
                      </a:r>
                      <a:endParaRPr lang="de-CH" sz="1100" dirty="0"/>
                    </a:p>
                  </a:txBody>
                  <a:tcPr marL="0" marR="5400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7593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de-CH" sz="1100" dirty="0" err="1"/>
                        <a:t>Excepteur</a:t>
                      </a:r>
                      <a:r>
                        <a:rPr lang="de-CH" sz="1100" dirty="0"/>
                        <a:t> </a:t>
                      </a:r>
                      <a:r>
                        <a:rPr lang="de-CH" sz="1100" dirty="0" err="1"/>
                        <a:t>sint</a:t>
                      </a:r>
                      <a:r>
                        <a:rPr lang="de-CH" sz="1100" dirty="0"/>
                        <a:t> </a:t>
                      </a:r>
                      <a:r>
                        <a:rPr lang="de-CH" sz="1100" dirty="0" err="1"/>
                        <a:t>occaecat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373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281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381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410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018661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nb-NO" sz="1100" dirty="0"/>
                        <a:t>Ut enim ad minim veniam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537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607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733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786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27213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de-CH" sz="1100" dirty="0" err="1"/>
                        <a:t>Nostrud</a:t>
                      </a:r>
                      <a:r>
                        <a:rPr lang="de-CH" sz="1100" dirty="0"/>
                        <a:t> </a:t>
                      </a:r>
                      <a:r>
                        <a:rPr lang="de-CH" sz="1100" dirty="0" err="1"/>
                        <a:t>exercitation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365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425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506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559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119490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de-CH" sz="1100" dirty="0" err="1"/>
                        <a:t>Consectetur</a:t>
                      </a:r>
                      <a:r>
                        <a:rPr lang="de-CH" sz="1100" dirty="0"/>
                        <a:t> </a:t>
                      </a:r>
                      <a:r>
                        <a:rPr lang="de-CH" sz="1100" dirty="0" err="1"/>
                        <a:t>adipiscing</a:t>
                      </a:r>
                      <a:r>
                        <a:rPr lang="de-CH" sz="1100" dirty="0"/>
                        <a:t> </a:t>
                      </a:r>
                      <a:r>
                        <a:rPr lang="de-CH" sz="1100" dirty="0" err="1"/>
                        <a:t>elit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318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349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355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359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906409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r>
                        <a:rPr lang="de-CH" sz="1100" dirty="0" err="1"/>
                        <a:t>Nim</a:t>
                      </a:r>
                      <a:r>
                        <a:rPr lang="de-CH" sz="1100" dirty="0"/>
                        <a:t> ad minim </a:t>
                      </a:r>
                      <a:r>
                        <a:rPr lang="de-CH" sz="1100" dirty="0" err="1"/>
                        <a:t>veniam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13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16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97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1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 dirty="0"/>
                        <a:t>82</a:t>
                      </a:r>
                      <a:endParaRPr lang="de-CH" sz="1100" dirty="0"/>
                    </a:p>
                  </a:txBody>
                  <a:tcPr marL="0" marR="5400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168459"/>
                  </a:ext>
                </a:extLst>
              </a:tr>
            </a:tbl>
          </a:graphicData>
        </a:graphic>
      </p:graphicFrame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736CA306-7B81-DB6D-ABC1-DBA1C74A4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46103" y="6522449"/>
            <a:ext cx="591779" cy="216001"/>
          </a:xfrm>
        </p:spPr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3B1A2C98-0380-2C46-93A0-8B6F6A03E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3192" y="6522444"/>
            <a:ext cx="241933" cy="216000"/>
          </a:xfrm>
        </p:spPr>
        <p:txBody>
          <a:bodyPr/>
          <a:lstStyle/>
          <a:p>
            <a:fld id="{5ACA52AF-F19D-405C-AD5F-7D94B96A5CC3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9" name="Fußzeilenplatzhalter 6">
            <a:extLst>
              <a:ext uri="{FF2B5EF4-FFF2-40B4-BE49-F238E27FC236}">
                <a16:creationId xmlns:a16="http://schemas.microsoft.com/office/drawing/2014/main" id="{B36E7EF2-66F2-2475-83AD-7F1EF23DA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2464" y="6516101"/>
            <a:ext cx="3028950" cy="215999"/>
          </a:xfrm>
        </p:spPr>
        <p:txBody>
          <a:bodyPr/>
          <a:lstStyle/>
          <a:p>
            <a:pPr indent="71433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2670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80" y="2458872"/>
            <a:ext cx="8046244" cy="3109931"/>
          </a:xfrm>
        </p:spPr>
        <p:txBody>
          <a:bodyPr/>
          <a:lstStyle/>
          <a:p>
            <a:r>
              <a:rPr lang="de-DE" dirty="0"/>
              <a:t>Author</a:t>
            </a:r>
          </a:p>
          <a:p>
            <a:r>
              <a:rPr lang="de-DE" dirty="0"/>
              <a:t>Prof. Stefan Neudecker</a:t>
            </a:r>
          </a:p>
          <a:p>
            <a:r>
              <a:rPr lang="de-DE" u="sng" dirty="0" err="1">
                <a:solidFill>
                  <a:schemeClr val="accent2"/>
                </a:solidFill>
              </a:rPr>
              <a:t>stefan.neudecker@folkwang-uni.de</a:t>
            </a:r>
            <a:endParaRPr lang="de-DE" u="sng" dirty="0">
              <a:solidFill>
                <a:schemeClr val="accent2"/>
              </a:solidFill>
            </a:endParaRPr>
          </a:p>
          <a:p>
            <a:endParaRPr lang="de-DE" dirty="0"/>
          </a:p>
          <a:p>
            <a:r>
              <a:rPr lang="de-DE" dirty="0"/>
              <a:t>Folkwang Universität der Künste</a:t>
            </a:r>
          </a:p>
          <a:p>
            <a:r>
              <a:rPr lang="de-DE" dirty="0"/>
              <a:t>Design </a:t>
            </a:r>
            <a:r>
              <a:rPr lang="de-DE" dirty="0" err="1"/>
              <a:t>by</a:t>
            </a:r>
            <a:r>
              <a:rPr lang="de-DE" dirty="0"/>
              <a:t> Technology | </a:t>
            </a:r>
            <a:r>
              <a:rPr lang="de-DE" dirty="0" err="1"/>
              <a:t>Industrialdesign</a:t>
            </a:r>
            <a:endParaRPr lang="de-DE" dirty="0"/>
          </a:p>
          <a:p>
            <a:r>
              <a:rPr lang="de-DE" dirty="0"/>
              <a:t>Martin </a:t>
            </a:r>
            <a:r>
              <a:rPr lang="de-DE" dirty="0" err="1"/>
              <a:t>Kremmer</a:t>
            </a:r>
            <a:r>
              <a:rPr lang="de-DE" dirty="0"/>
              <a:t> Straße 21</a:t>
            </a:r>
          </a:p>
          <a:p>
            <a:r>
              <a:rPr lang="de-DE" dirty="0"/>
              <a:t>45237 Essen</a:t>
            </a:r>
          </a:p>
          <a:p>
            <a:endParaRPr lang="de-CH" dirty="0"/>
          </a:p>
          <a:p>
            <a:r>
              <a:rPr lang="de-CH" u="sng" dirty="0">
                <a:solidFill>
                  <a:schemeClr val="accent2"/>
                </a:solidFill>
              </a:rPr>
              <a:t>https://</a:t>
            </a:r>
            <a:r>
              <a:rPr lang="de-CH" u="sng" dirty="0" err="1">
                <a:solidFill>
                  <a:schemeClr val="accent2"/>
                </a:solidFill>
              </a:rPr>
              <a:t>gestaltung.folkwang-uni.de</a:t>
            </a:r>
            <a:endParaRPr lang="de-DE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1F1EBA-07A0-BF4B-2272-E3E6C64294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899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B7B6E23-55E1-EC0A-2FFF-1B7B47D290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3CEC68C-A252-0D7B-7B08-7D84EB3E6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8863CEC-6C47-2D3A-6A4A-A58AF1D384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5AD90C-5DC0-9639-507D-364353C50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3091433-4BBB-3127-77D5-92F2F4A22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89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B1024-83ED-AD36-DAB2-D8F5C4CC0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80DAA4-7624-5D27-8EA8-0FF5B065A4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0FDFF9A-E9BE-123F-7887-E548E93CAD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3A3457A-B955-C22F-2501-6EB8763689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456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B1380-6EE3-4761-3197-8FEFDEEE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B277A6-AB7A-B998-2487-57100A94D4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74C32-6D4B-F8AD-0B48-CA3DA7E8F1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CD30D3-248D-18CA-3101-C13B094DF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23</a:t>
            </a:fld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5367853-FEDF-7387-9677-E41059B3D7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01F61FA-8A40-9DBD-2078-C12424234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5071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AA655D5-8AE3-5362-CC6A-686315FC63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FB38C81-5447-B987-7800-D82A47F657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B1F3AB0-56E9-6E01-8C46-51912450A4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F45174-6749-2181-2B99-75696E808D8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FC630-F0C7-199A-0C6D-AF97F78A5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24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DB3A96-E2E5-3D5A-DD90-62BE7A3415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FBF005-F885-A74D-405E-EC8E765B19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91413E2-2297-B9B1-4494-746CD43876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7EB2EA2-E075-3D43-79E7-00B7F7B9E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6544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FDD65C8-9688-3BAA-EF98-0C2AECDE65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F6164A9-10C7-3EA8-FCE9-63C61679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E9903-839F-02C7-5C48-5CB6E195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13.04.26</a:t>
            </a:fld>
            <a:endParaRPr lang="de-CH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F3DD76-AA69-A499-81FB-EC843ECB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35D0176-857C-6CEB-4765-8C9B27C630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DBEF63E-9628-6DA7-60B9-CD03E77F0C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9086AD5-3085-D363-2D16-643A6883FE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E6E0EB5-9EBE-ECF2-E657-18EFC945F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75113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82F3BD-63F9-B021-4BEA-AD603820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88510-8DA4-5EF9-7A15-265D0430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0AF39AB-0EF6-7D63-826F-E158ECB26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3556862-01DA-6278-859A-E8CF93D765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507EA9-4B3D-9297-F99A-ED96BA12723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DE3F60-E305-7B8C-C6C0-6CEB718BFD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923743-303F-B97D-DC8A-09DE9EC3D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26</a:t>
            </a:fld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EAF990C-C730-F528-3053-F086134DEA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64D892B-3E2E-F0DF-BDD3-5DE576CAB1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212D04E-46BF-AEA0-3666-4C6938B5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08068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8AACE53-F18E-2D2B-A69C-B800E8C0CD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0BE621-4131-965B-3DE7-270C4E3119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C5BA67FB-2939-DBE5-EFDA-8321150C63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2AA2AB-A6DE-5A90-2B18-EF3C138F6A3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95412A7-4BAE-D7F6-407B-0456F421E8B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8D7A43-5110-3E67-CF1D-B9BBAACDD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27</a:t>
            </a:fld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E1F3116-4DE1-8CC2-90FB-DC1BE89B59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960518C-8E32-D276-FBD0-07A1AA0D69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E4A232-E1BE-2D5E-9E35-7A6A03066E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9A73F2E-C2A9-D520-5429-FE260FB0C9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4785D8AF-B151-818A-905C-91447090F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79359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500DABF-3E28-F281-6AFF-685B5BFFA3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DA5110-7C0B-2E05-5205-3DCE9D13A8B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867910-D355-B785-981D-17D5AB3CFD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ADAF4B-0578-4D09-BF3D-90467321B5B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B024E3-9BF8-7CBC-95B0-7063F33A6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28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F37E7E-1AA2-A558-A4C2-274C82E3ED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C03CF3-A9F0-2782-216A-A448F82783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9D09DA-8976-2F68-E37F-ABA3C7786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09DE3B7-92D3-DB52-69F9-D7379C603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59923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C3C23-F160-9E04-8F93-E49F2A57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8D19CD-ABBA-8CF5-F17D-31412277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D3DBE09-3D3E-4793-0530-869C3523E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C1F1718-248A-0841-DBD0-94EB5B74C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99AC55-6BF9-AE9E-72A3-633DED4415B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3508DFF-9F2D-2FD1-3BF2-0F3FEE9C24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7E0E0AB-491F-FFF4-20E7-BDCCC8D7C20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B2F4A8D7-E44E-C156-8FB9-F0ED932D2E5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11C1000-71FB-968A-80A6-48EB532C8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29</a:t>
            </a:fld>
            <a:endParaRPr lang="de-CH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77B1472-CF00-2CAF-5AC9-D91EC6E96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16248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32E19F4-35CE-2B50-03A7-C56A25CD6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905233-C027-8C1B-4E7D-5C6E90049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046D73A-EDA9-0D8E-7038-4DCA3F1F0A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F796D4-3A88-B44E-5E24-0C226DA40C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E46C6F-7009-BB3C-2C55-C7E387FC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30</a:t>
            </a:fld>
            <a:endParaRPr lang="de-CH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9236D0-9F12-B162-ACD7-DE563A594C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4BCC121-9366-D8D6-85C0-796FDC3721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E7F6242-BDDD-06E1-429F-80800D6C92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6F5F79A-7177-C529-928C-3727BC166D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DF16904-33A0-BE3C-4858-0DDEC8A0BC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C1A663B-6028-5B48-2B9E-C4703EACB4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1EABFD7-A23B-04EF-AC2A-643D2D150D5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637E293-4058-1AEA-04A7-68F59D6605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2A2016D-F9CC-DAE3-37CD-2582B21AE2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772FAA2-7DF8-83DB-E139-B2DB9ADE9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7332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A77412D-4FAA-F0C9-E659-FA5691D1B1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3BABD-DFB6-4C75-3FE7-D39C22A5E73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0C914CB-86B6-7787-D07B-6C1FEFC4FD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F2443C-D37A-C077-EEC7-CC12732BE85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4DCF32-35C0-1B15-A94D-37FDE42AF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31</a:t>
            </a:fld>
            <a:endParaRPr lang="de-CH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9E86FDB9-CCE6-7CD0-19BF-DCB42D85AD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AD9A7F2-090A-89BB-3EBC-AE4F42814D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BB3EFB1-0497-D40C-CB93-58E88074778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09D4B1C-645F-E945-42A6-8DE51EE4BC8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3FFF9DB-7B24-B75C-E6F8-254C69921DB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1453F04A-C7C6-41CC-59F8-2F3FC95F74A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EA936F4-D4B3-C37D-A21A-E27D6FC51D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A530F6B-7F6F-4D77-70CA-6D15CFF09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75676E3-2653-B043-91DE-36761DAB04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6AECA4-48B0-663C-1E17-2B17CAE24F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068EC79-70F1-25A9-BEB0-D55486D7F6A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834D729-AD6E-BF5F-15A2-5836BFDAC64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716F673-F75B-BC46-44E0-789383E140E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2F32A65-FD6C-3D13-AF2D-741E44529E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9DDC9938-C40A-DC9E-A2F5-1F22C2479B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6ED00E9D-FCA7-260C-A045-799B1D15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78732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E656B71A-3F3E-E052-3D81-B0C083856F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7A1C08-8DB7-3809-A24A-38EDF4A939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5168EB-0AA9-28B5-32B2-8BCB6E99A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32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807EC5DD-C7A4-3574-7DF5-3837317635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412F895-D8EE-7801-A08C-F3645DEABF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731B453-72C3-AAA4-1EA0-74B9D799CBD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01597B2-C51C-4A0F-E2B4-E042B804DC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FF90A28-B741-C181-19DE-5040983A26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096A7E7F-8C62-568E-9B47-A1D866C05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86686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A55F13FA-68A3-E3EC-63ED-1510A94709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39A98B-9BA8-A7BB-3573-324A5FD7887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37B847-122D-30B0-0BD4-2BC8BEA44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33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C9D8B82-4413-6DB4-4130-01D157E7F5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3556A24-38A1-B4AD-E861-B5C5830565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DF41C10-91BE-0529-9BF4-646FC80411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0356A90-4E55-6A86-9EBC-4F8A1A74B6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/>
              <a:t>dksjafl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87F680-CA8B-AA67-0E42-1CCFA32A14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 err="1"/>
              <a:t>dafjdkalfjasd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40717BC-1165-57BC-5335-ECC43160DB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/>
              <a:t>Hlalldfa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9791AC0-373D-F7B2-690E-1B1DF93B93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 err="1"/>
              <a:t>djlsafjaksf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037900AB-473A-27FA-392B-71566C320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>
                <a:latin typeface="Gedau Gothic Light" panose="020B0304020202020204" pitchFamily="34" charset="77"/>
              </a:rPr>
              <a:t>Vortragstitel</a:t>
            </a:r>
            <a:r>
              <a:rPr lang="de-DE"/>
              <a:t> 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7992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3A12C9B5-5919-93F2-C620-6965FC0065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4CDD5C-D806-95C7-A8E8-B0730C6A87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71433"/>
            <a:fld id="{4A358CF3-A22A-46C1-A4E5-5810212466EF}" type="datetime1">
              <a:rPr lang="de-CH" smtClean="0"/>
              <a:pPr marL="71433"/>
              <a:t>13.04.26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D0D9D-85ED-6BD3-F689-B73F46BDD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ACA52AF-F19D-405C-AD5F-7D94B96A5CC3}" type="slidenum">
              <a:rPr lang="de-CH" smtClean="0"/>
              <a:pPr/>
              <a:t>34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CA36190-36DC-A390-92C5-2FE38585D2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BB14619-8020-0624-9423-E481FA7C8A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AEC985-259E-824E-3B37-B4228BED81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A5726F-2823-8C8C-B541-8031128971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5F95CD9-CC0F-5FDE-5EE3-AAFF605266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B5E714-9C4B-22C8-2E47-C2C6D272B2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0A6DECF-88A4-03EC-F4EE-3CF988EAC2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2C52DFF8-A717-7C32-A22B-3021D4BB2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indent="71433"/>
            <a:r>
              <a:rPr lang="de-DE" dirty="0">
                <a:latin typeface="Gedau Gothic Light" panose="020B0304020202020204" pitchFamily="34" charset="77"/>
              </a:rPr>
              <a:t>Vortragstitel</a:t>
            </a:r>
            <a:r>
              <a:rPr lang="de-DE" dirty="0"/>
              <a:t> </a:t>
            </a:r>
            <a:r>
              <a:rPr lang="de-DE" dirty="0" err="1"/>
              <a:t>Footer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2992653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1059</Words>
  <Application>Microsoft Macintosh PowerPoint</Application>
  <PresentationFormat>Bildschirmpräsentation (4:3)</PresentationFormat>
  <Paragraphs>190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Arial</vt:lpstr>
      <vt:lpstr>Gedau Gothic</vt:lpstr>
      <vt:lpstr>Gedau Gothic Book</vt:lpstr>
      <vt:lpstr>Gedau Gothic Light</vt:lpstr>
      <vt:lpstr>Gedau Gothic Medium</vt:lpstr>
      <vt:lpstr>Rotis Sans Serif ExBd</vt:lpstr>
      <vt:lpstr>Symbol</vt:lpstr>
      <vt:lpstr>ETH Zürich</vt:lpstr>
      <vt:lpstr>Hier steht der Titel der Präsentation</vt:lpstr>
      <vt:lpstr>Hier steht der Titel der Präsentation</vt:lpstr>
      <vt:lpstr>Hier steht der Titel der Präsentation Dieser kann, wenn immer nötig, über zwei oder sogar drei Zeilen laufen</vt:lpstr>
      <vt:lpstr>Hier steht der Titel der Präsentation Dieser kann, wenn immer nötig, über zwei oder sogar drei Zeilen laufen</vt:lpstr>
      <vt:lpstr>Hier steht der Titel der Präsentation</vt:lpstr>
      <vt:lpstr>Inhaltsverzeichnis/Agenda</vt:lpstr>
      <vt:lpstr>Hier steht der Folientitel</vt:lpstr>
      <vt:lpstr>Hier steht der Folientitel</vt:lpstr>
      <vt:lpstr>Hier steht der Folientitel</vt:lpstr>
      <vt:lpstr>Hier steht der Folientitel</vt:lpstr>
      <vt:lpstr>Hier steht der Folientitel</vt:lpstr>
      <vt:lpstr>Hier steht ein Zwischentitel, ggf. auch über zwei Zeilen</vt:lpstr>
      <vt:lpstr>Hier steht der Folientitel, ggf. auch über zwei Zeilen</vt:lpstr>
      <vt:lpstr>PowerPoint-Präsentation</vt:lpstr>
      <vt:lpstr>Hier steht der Folientitel</vt:lpstr>
      <vt:lpstr>PowerPoint-Präsentation</vt:lpstr>
      <vt:lpstr>PowerPoint-Präsentation</vt:lpstr>
      <vt:lpstr>Hier steht der Folientitel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Patrick Scherer</dc:creator>
  <cp:lastModifiedBy>Stefan Neudecker</cp:lastModifiedBy>
  <cp:revision>17</cp:revision>
  <dcterms:created xsi:type="dcterms:W3CDTF">2023-05-25T11:33:24Z</dcterms:created>
  <dcterms:modified xsi:type="dcterms:W3CDTF">2026-04-13T10:04:24Z</dcterms:modified>
</cp:coreProperties>
</file>